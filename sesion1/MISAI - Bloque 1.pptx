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29"/>
  </p:notesMasterIdLst>
  <p:handoutMasterIdLst>
    <p:handoutMasterId r:id="rId30"/>
  </p:handoutMasterIdLst>
  <p:sldIdLst>
    <p:sldId id="295" r:id="rId5"/>
    <p:sldId id="2147474047" r:id="rId6"/>
    <p:sldId id="2147474089" r:id="rId7"/>
    <p:sldId id="2147474046" r:id="rId8"/>
    <p:sldId id="2147474095" r:id="rId9"/>
    <p:sldId id="2147474093" r:id="rId10"/>
    <p:sldId id="2147474094" r:id="rId11"/>
    <p:sldId id="2147474067" r:id="rId12"/>
    <p:sldId id="274" r:id="rId13"/>
    <p:sldId id="275" r:id="rId14"/>
    <p:sldId id="276" r:id="rId15"/>
    <p:sldId id="277" r:id="rId16"/>
    <p:sldId id="278" r:id="rId17"/>
    <p:sldId id="2147474069" r:id="rId18"/>
    <p:sldId id="2147474068" r:id="rId19"/>
    <p:sldId id="2147474070" r:id="rId20"/>
    <p:sldId id="2147474058" r:id="rId21"/>
    <p:sldId id="2147474076" r:id="rId22"/>
    <p:sldId id="2147474097" r:id="rId23"/>
    <p:sldId id="2147474096" r:id="rId24"/>
    <p:sldId id="283" r:id="rId25"/>
    <p:sldId id="279" r:id="rId26"/>
    <p:sldId id="2147474090" r:id="rId27"/>
    <p:sldId id="2147474088" r:id="rId28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</p14:sldIdLst>
        </p14:section>
        <p14:section name="Introduccion" id="{E1F08D0B-FF43-433D-9BE7-4AF73DB53E13}">
          <p14:sldIdLst>
            <p14:sldId id="2147474047"/>
            <p14:sldId id="2147474089"/>
            <p14:sldId id="2147474046"/>
            <p14:sldId id="2147474095"/>
            <p14:sldId id="2147474093"/>
            <p14:sldId id="2147474094"/>
            <p14:sldId id="2147474067"/>
            <p14:sldId id="274"/>
            <p14:sldId id="275"/>
            <p14:sldId id="276"/>
            <p14:sldId id="277"/>
            <p14:sldId id="278"/>
            <p14:sldId id="2147474069"/>
            <p14:sldId id="2147474068"/>
            <p14:sldId id="2147474070"/>
            <p14:sldId id="2147474058"/>
            <p14:sldId id="2147474076"/>
            <p14:sldId id="2147474097"/>
            <p14:sldId id="2147474096"/>
            <p14:sldId id="283"/>
            <p14:sldId id="279"/>
            <p14:sldId id="2147474090"/>
            <p14:sldId id="2147474088"/>
          </p14:sldIdLst>
        </p14:section>
        <p14:section name="Fin" id="{728CE3FF-81F4-4A62-A135-F5BB8251E8E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C89D"/>
    <a:srgbClr val="FEE8D6"/>
    <a:srgbClr val="F98A2F"/>
    <a:srgbClr val="ADB0F1"/>
    <a:srgbClr val="252EDB"/>
    <a:srgbClr val="D4E8C6"/>
    <a:srgbClr val="385723"/>
    <a:srgbClr val="558335"/>
    <a:srgbClr val="FF8585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D9019-2D95-4CEA-B515-709C90EA3217}" v="6" dt="2025-06-08T16:43:03.401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0" autoAdjust="0"/>
    <p:restoredTop sz="94013" autoAdjust="0"/>
  </p:normalViewPr>
  <p:slideViewPr>
    <p:cSldViewPr>
      <p:cViewPr>
        <p:scale>
          <a:sx n="125" d="100"/>
          <a:sy n="125" d="100"/>
        </p:scale>
        <p:origin x="2328" y="648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Sanz" userId="b60748b7-f2df-4c57-9ffa-ce60a404c4fa" providerId="ADAL" clId="{7B3D9554-FF81-4EB3-A54D-3312DDA58C95}"/>
    <pc:docChg chg="undo custSel addSld delSld modSld addSection delSection modSection">
      <pc:chgData name="Pablo Sanz" userId="b60748b7-f2df-4c57-9ffa-ce60a404c4fa" providerId="ADAL" clId="{7B3D9554-FF81-4EB3-A54D-3312DDA58C95}" dt="2025-05-25T19:22:31.710" v="1227" actId="20577"/>
      <pc:docMkLst>
        <pc:docMk/>
      </pc:docMkLst>
      <pc:sldChg chg="del">
        <pc:chgData name="Pablo Sanz" userId="b60748b7-f2df-4c57-9ffa-ce60a404c4fa" providerId="ADAL" clId="{7B3D9554-FF81-4EB3-A54D-3312DDA58C95}" dt="2025-05-23T11:11:27.676" v="0" actId="47"/>
        <pc:sldMkLst>
          <pc:docMk/>
          <pc:sldMk cId="1648622587" sldId="334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972106050" sldId="335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1630953449" sldId="336"/>
        </pc:sldMkLst>
      </pc:sldChg>
      <pc:sldChg chg="del">
        <pc:chgData name="Pablo Sanz" userId="b60748b7-f2df-4c57-9ffa-ce60a404c4fa" providerId="ADAL" clId="{7B3D9554-FF81-4EB3-A54D-3312DDA58C95}" dt="2025-05-23T11:11:27.676" v="0" actId="47"/>
        <pc:sldMkLst>
          <pc:docMk/>
          <pc:sldMk cId="910241638" sldId="337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2876114064" sldId="338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912809633" sldId="339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1961196676" sldId="340"/>
        </pc:sldMkLst>
      </pc:sldChg>
      <pc:sldChg chg="del">
        <pc:chgData name="Pablo Sanz" userId="b60748b7-f2df-4c57-9ffa-ce60a404c4fa" providerId="ADAL" clId="{7B3D9554-FF81-4EB3-A54D-3312DDA58C95}" dt="2025-05-23T17:01:57.451" v="1168" actId="47"/>
        <pc:sldMkLst>
          <pc:docMk/>
          <pc:sldMk cId="3504083086" sldId="2147474003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083179937" sldId="2147474026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195229177" sldId="2147474027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956919486" sldId="2147474028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991730709" sldId="2147474029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63013833" sldId="2147474030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694997189" sldId="2147474031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3937063794" sldId="2147474032"/>
        </pc:sldMkLst>
      </pc:sldChg>
      <pc:sldChg chg="del">
        <pc:chgData name="Pablo Sanz" userId="b60748b7-f2df-4c57-9ffa-ce60a404c4fa" providerId="ADAL" clId="{7B3D9554-FF81-4EB3-A54D-3312DDA58C95}" dt="2025-05-23T11:11:35.183" v="1" actId="47"/>
        <pc:sldMkLst>
          <pc:docMk/>
          <pc:sldMk cId="2948245080" sldId="2147474033"/>
        </pc:sldMkLst>
      </pc:sldChg>
      <pc:sldChg chg="modSp add del mod">
        <pc:chgData name="Pablo Sanz" userId="b60748b7-f2df-4c57-9ffa-ce60a404c4fa" providerId="ADAL" clId="{7B3D9554-FF81-4EB3-A54D-3312DDA58C95}" dt="2025-05-25T19:22:31.710" v="1227" actId="20577"/>
        <pc:sldMkLst>
          <pc:docMk/>
          <pc:sldMk cId="3515729321" sldId="2147474034"/>
        </pc:sldMkLst>
        <pc:spChg chg="mod">
          <ac:chgData name="Pablo Sanz" userId="b60748b7-f2df-4c57-9ffa-ce60a404c4fa" providerId="ADAL" clId="{7B3D9554-FF81-4EB3-A54D-3312DDA58C95}" dt="2025-05-25T19:22:31.710" v="1227" actId="20577"/>
          <ac:spMkLst>
            <pc:docMk/>
            <pc:sldMk cId="3515729321" sldId="2147474034"/>
            <ac:spMk id="5" creationId="{EADAD1E5-47E5-65D0-1013-E0982993C668}"/>
          </ac:spMkLst>
        </pc:spChg>
      </pc:sldChg>
      <pc:sldChg chg="modSp mod">
        <pc:chgData name="Pablo Sanz" userId="b60748b7-f2df-4c57-9ffa-ce60a404c4fa" providerId="ADAL" clId="{7B3D9554-FF81-4EB3-A54D-3312DDA58C95}" dt="2025-05-23T15:55:51.316" v="176" actId="20577"/>
        <pc:sldMkLst>
          <pc:docMk/>
          <pc:sldMk cId="3633853361" sldId="2147474036"/>
        </pc:sldMkLst>
        <pc:spChg chg="mod">
          <ac:chgData name="Pablo Sanz" userId="b60748b7-f2df-4c57-9ffa-ce60a404c4fa" providerId="ADAL" clId="{7B3D9554-FF81-4EB3-A54D-3312DDA58C95}" dt="2025-05-23T15:55:51.316" v="176" actId="20577"/>
          <ac:spMkLst>
            <pc:docMk/>
            <pc:sldMk cId="3633853361" sldId="2147474036"/>
            <ac:spMk id="6" creationId="{513D6BC1-269D-E74B-1BC2-A84862C8827D}"/>
          </ac:spMkLst>
        </pc:spChg>
      </pc:sldChg>
      <pc:sldChg chg="modSp mod">
        <pc:chgData name="Pablo Sanz" userId="b60748b7-f2df-4c57-9ffa-ce60a404c4fa" providerId="ADAL" clId="{7B3D9554-FF81-4EB3-A54D-3312DDA58C95}" dt="2025-05-23T15:43:26.490" v="132" actId="27636"/>
        <pc:sldMkLst>
          <pc:docMk/>
          <pc:sldMk cId="4254767141" sldId="2147474037"/>
        </pc:sldMkLst>
        <pc:spChg chg="mod">
          <ac:chgData name="Pablo Sanz" userId="b60748b7-f2df-4c57-9ffa-ce60a404c4fa" providerId="ADAL" clId="{7B3D9554-FF81-4EB3-A54D-3312DDA58C95}" dt="2025-05-23T15:43:26.490" v="132" actId="27636"/>
          <ac:spMkLst>
            <pc:docMk/>
            <pc:sldMk cId="4254767141" sldId="2147474037"/>
            <ac:spMk id="6" creationId="{7E7CDFE8-0CDD-974E-A38D-2968E0522905}"/>
          </ac:spMkLst>
        </pc:spChg>
      </pc:sldChg>
      <pc:sldChg chg="addSp delSp modSp add mod">
        <pc:chgData name="Pablo Sanz" userId="b60748b7-f2df-4c57-9ffa-ce60a404c4fa" providerId="ADAL" clId="{7B3D9554-FF81-4EB3-A54D-3312DDA58C95}" dt="2025-05-23T15:42:04.585" v="101" actId="1076"/>
        <pc:sldMkLst>
          <pc:docMk/>
          <pc:sldMk cId="2768458998" sldId="2147474039"/>
        </pc:sldMkLst>
      </pc:sldChg>
      <pc:sldChg chg="addSp delSp modSp add mod">
        <pc:chgData name="Pablo Sanz" userId="b60748b7-f2df-4c57-9ffa-ce60a404c4fa" providerId="ADAL" clId="{7B3D9554-FF81-4EB3-A54D-3312DDA58C95}" dt="2025-05-23T15:42:51.684" v="106" actId="1076"/>
        <pc:sldMkLst>
          <pc:docMk/>
          <pc:sldMk cId="3063459761" sldId="2147474040"/>
        </pc:sldMkLst>
      </pc:sldChg>
      <pc:sldChg chg="addSp delSp modSp add mod">
        <pc:chgData name="Pablo Sanz" userId="b60748b7-f2df-4c57-9ffa-ce60a404c4fa" providerId="ADAL" clId="{7B3D9554-FF81-4EB3-A54D-3312DDA58C95}" dt="2025-05-23T16:51:03.736" v="723" actId="20577"/>
        <pc:sldMkLst>
          <pc:docMk/>
          <pc:sldMk cId="641552541" sldId="2147474041"/>
        </pc:sldMkLst>
      </pc:sldChg>
      <pc:sldChg chg="modSp add mod">
        <pc:chgData name="Pablo Sanz" userId="b60748b7-f2df-4c57-9ffa-ce60a404c4fa" providerId="ADAL" clId="{7B3D9554-FF81-4EB3-A54D-3312DDA58C95}" dt="2025-05-23T16:40:45.198" v="656" actId="27636"/>
        <pc:sldMkLst>
          <pc:docMk/>
          <pc:sldMk cId="3471979225" sldId="2147474042"/>
        </pc:sldMkLst>
      </pc:sldChg>
      <pc:sldChg chg="addSp delSp modSp add mod">
        <pc:chgData name="Pablo Sanz" userId="b60748b7-f2df-4c57-9ffa-ce60a404c4fa" providerId="ADAL" clId="{7B3D9554-FF81-4EB3-A54D-3312DDA58C95}" dt="2025-05-23T17:22:07.096" v="1209" actId="12788"/>
        <pc:sldMkLst>
          <pc:docMk/>
          <pc:sldMk cId="1066311120" sldId="2147474043"/>
        </pc:sldMkLst>
        <pc:spChg chg="mod">
          <ac:chgData name="Pablo Sanz" userId="b60748b7-f2df-4c57-9ffa-ce60a404c4fa" providerId="ADAL" clId="{7B3D9554-FF81-4EB3-A54D-3312DDA58C95}" dt="2025-05-23T16:52:03.579" v="817" actId="33524"/>
          <ac:spMkLst>
            <pc:docMk/>
            <pc:sldMk cId="1066311120" sldId="2147474043"/>
            <ac:spMk id="5" creationId="{93C428C8-22C0-B9AD-D474-D2B74C3A9FFF}"/>
          </ac:spMkLst>
        </pc:spChg>
        <pc:spChg chg="add mod">
          <ac:chgData name="Pablo Sanz" userId="b60748b7-f2df-4c57-9ffa-ce60a404c4fa" providerId="ADAL" clId="{7B3D9554-FF81-4EB3-A54D-3312DDA58C95}" dt="2025-05-23T17:22:07.096" v="1209" actId="12788"/>
          <ac:spMkLst>
            <pc:docMk/>
            <pc:sldMk cId="1066311120" sldId="2147474043"/>
            <ac:spMk id="7" creationId="{91C3AA6D-4AE7-B0F6-EDEE-9CDC933DED80}"/>
          </ac:spMkLst>
        </pc:spChg>
        <pc:spChg chg="add mod">
          <ac:chgData name="Pablo Sanz" userId="b60748b7-f2df-4c57-9ffa-ce60a404c4fa" providerId="ADAL" clId="{7B3D9554-FF81-4EB3-A54D-3312DDA58C95}" dt="2025-05-23T17:22:04.551" v="1208" actId="12788"/>
          <ac:spMkLst>
            <pc:docMk/>
            <pc:sldMk cId="1066311120" sldId="2147474043"/>
            <ac:spMk id="8" creationId="{FDA8B63E-987B-09E3-5C2B-D5B30750DBCB}"/>
          </ac:spMkLst>
        </pc:spChg>
        <pc:spChg chg="add mod">
          <ac:chgData name="Pablo Sanz" userId="b60748b7-f2df-4c57-9ffa-ce60a404c4fa" providerId="ADAL" clId="{7B3D9554-FF81-4EB3-A54D-3312DDA58C95}" dt="2025-05-23T17:22:01.872" v="1207" actId="12788"/>
          <ac:spMkLst>
            <pc:docMk/>
            <pc:sldMk cId="1066311120" sldId="2147474043"/>
            <ac:spMk id="9" creationId="{DFFB6894-DBA0-6AE5-9BEB-93044DB669E6}"/>
          </ac:spMkLst>
        </pc:spChg>
        <pc:spChg chg="add mod">
          <ac:chgData name="Pablo Sanz" userId="b60748b7-f2df-4c57-9ffa-ce60a404c4fa" providerId="ADAL" clId="{7B3D9554-FF81-4EB3-A54D-3312DDA58C95}" dt="2025-05-23T16:53:27.559" v="933" actId="1037"/>
          <ac:spMkLst>
            <pc:docMk/>
            <pc:sldMk cId="1066311120" sldId="2147474043"/>
            <ac:spMk id="10" creationId="{BBEC08BF-1861-C92A-F657-26724932DE0E}"/>
          </ac:spMkLst>
        </pc:spChg>
        <pc:spChg chg="add mod">
          <ac:chgData name="Pablo Sanz" userId="b60748b7-f2df-4c57-9ffa-ce60a404c4fa" providerId="ADAL" clId="{7B3D9554-FF81-4EB3-A54D-3312DDA58C95}" dt="2025-05-23T16:55:47.348" v="978" actId="1035"/>
          <ac:spMkLst>
            <pc:docMk/>
            <pc:sldMk cId="1066311120" sldId="2147474043"/>
            <ac:spMk id="11" creationId="{401FDC33-5403-21BC-BDE1-11CA9A61FBAA}"/>
          </ac:spMkLst>
        </pc:spChg>
        <pc:spChg chg="mod">
          <ac:chgData name="Pablo Sanz" userId="b60748b7-f2df-4c57-9ffa-ce60a404c4fa" providerId="ADAL" clId="{7B3D9554-FF81-4EB3-A54D-3312DDA58C95}" dt="2025-05-23T16:55:47.348" v="978" actId="1035"/>
          <ac:spMkLst>
            <pc:docMk/>
            <pc:sldMk cId="1066311120" sldId="2147474043"/>
            <ac:spMk id="12" creationId="{3797484C-7310-AD1A-89CD-50B64EBC2D25}"/>
          </ac:spMkLst>
        </pc:spChg>
        <pc:spChg chg="add mod">
          <ac:chgData name="Pablo Sanz" userId="b60748b7-f2df-4c57-9ffa-ce60a404c4fa" providerId="ADAL" clId="{7B3D9554-FF81-4EB3-A54D-3312DDA58C95}" dt="2025-05-23T16:59:48.763" v="1033" actId="20577"/>
          <ac:spMkLst>
            <pc:docMk/>
            <pc:sldMk cId="1066311120" sldId="2147474043"/>
            <ac:spMk id="14" creationId="{94B47F90-F26D-3EC7-137E-076434041300}"/>
          </ac:spMkLst>
        </pc:spChg>
        <pc:spChg chg="add mod">
          <ac:chgData name="Pablo Sanz" userId="b60748b7-f2df-4c57-9ffa-ce60a404c4fa" providerId="ADAL" clId="{7B3D9554-FF81-4EB3-A54D-3312DDA58C95}" dt="2025-05-23T17:00:36.653" v="1096" actId="20577"/>
          <ac:spMkLst>
            <pc:docMk/>
            <pc:sldMk cId="1066311120" sldId="2147474043"/>
            <ac:spMk id="15" creationId="{F0ED0DB2-C261-7477-4282-9B9153C4F145}"/>
          </ac:spMkLst>
        </pc:spChg>
        <pc:spChg chg="add mod">
          <ac:chgData name="Pablo Sanz" userId="b60748b7-f2df-4c57-9ffa-ce60a404c4fa" providerId="ADAL" clId="{7B3D9554-FF81-4EB3-A54D-3312DDA58C95}" dt="2025-05-23T17:01:02.229" v="1125" actId="20577"/>
          <ac:spMkLst>
            <pc:docMk/>
            <pc:sldMk cId="1066311120" sldId="2147474043"/>
            <ac:spMk id="16" creationId="{8994451D-CECE-4F79-0284-75FA77D09154}"/>
          </ac:spMkLst>
        </pc:spChg>
        <pc:spChg chg="add mod">
          <ac:chgData name="Pablo Sanz" userId="b60748b7-f2df-4c57-9ffa-ce60a404c4fa" providerId="ADAL" clId="{7B3D9554-FF81-4EB3-A54D-3312DDA58C95}" dt="2025-05-23T17:21:59.470" v="1206" actId="12788"/>
          <ac:spMkLst>
            <pc:docMk/>
            <pc:sldMk cId="1066311120" sldId="2147474043"/>
            <ac:spMk id="17" creationId="{960DB576-5433-FCA8-4C70-6B0ED9948249}"/>
          </ac:spMkLst>
        </pc:spChg>
        <pc:spChg chg="mod">
          <ac:chgData name="Pablo Sanz" userId="b60748b7-f2df-4c57-9ffa-ce60a404c4fa" providerId="ADAL" clId="{7B3D9554-FF81-4EB3-A54D-3312DDA58C95}" dt="2025-05-23T16:55:47.348" v="978" actId="1035"/>
          <ac:spMkLst>
            <pc:docMk/>
            <pc:sldMk cId="1066311120" sldId="2147474043"/>
            <ac:spMk id="18" creationId="{9FE388DA-5FBB-ADEF-CA10-744BA2300C21}"/>
          </ac:spMkLst>
        </pc:spChg>
        <pc:spChg chg="add mod">
          <ac:chgData name="Pablo Sanz" userId="b60748b7-f2df-4c57-9ffa-ce60a404c4fa" providerId="ADAL" clId="{7B3D9554-FF81-4EB3-A54D-3312DDA58C95}" dt="2025-05-23T17:01:25.005" v="1156" actId="20577"/>
          <ac:spMkLst>
            <pc:docMk/>
            <pc:sldMk cId="1066311120" sldId="2147474043"/>
            <ac:spMk id="19" creationId="{7D318A25-208A-B768-7367-21F1D9A220D9}"/>
          </ac:spMkLst>
        </pc:spChg>
        <pc:spChg chg="add mod">
          <ac:chgData name="Pablo Sanz" userId="b60748b7-f2df-4c57-9ffa-ce60a404c4fa" providerId="ADAL" clId="{7B3D9554-FF81-4EB3-A54D-3312DDA58C95}" dt="2025-05-23T17:21:56.736" v="1205" actId="12788"/>
          <ac:spMkLst>
            <pc:docMk/>
            <pc:sldMk cId="1066311120" sldId="2147474043"/>
            <ac:spMk id="27" creationId="{2E25E6EB-227F-57A2-1396-73E522A09DF4}"/>
          </ac:spMkLst>
        </pc:spChg>
        <pc:spChg chg="add mod">
          <ac:chgData name="Pablo Sanz" userId="b60748b7-f2df-4c57-9ffa-ce60a404c4fa" providerId="ADAL" clId="{7B3D9554-FF81-4EB3-A54D-3312DDA58C95}" dt="2025-05-23T16:53:38.970" v="945" actId="20577"/>
          <ac:spMkLst>
            <pc:docMk/>
            <pc:sldMk cId="1066311120" sldId="2147474043"/>
            <ac:spMk id="28" creationId="{04DAFE5A-C3F2-BF35-0358-168504571E0C}"/>
          </ac:spMkLst>
        </pc:spChg>
        <pc:spChg chg="add mod">
          <ac:chgData name="Pablo Sanz" userId="b60748b7-f2df-4c57-9ffa-ce60a404c4fa" providerId="ADAL" clId="{7B3D9554-FF81-4EB3-A54D-3312DDA58C95}" dt="2025-05-23T17:01:46.936" v="1167" actId="20577"/>
          <ac:spMkLst>
            <pc:docMk/>
            <pc:sldMk cId="1066311120" sldId="2147474043"/>
            <ac:spMk id="29" creationId="{763532F3-8597-9A0B-19A2-1915CDB5F2F3}"/>
          </ac:spMkLst>
        </pc:spChg>
        <pc:picChg chg="add mod">
          <ac:chgData name="Pablo Sanz" userId="b60748b7-f2df-4c57-9ffa-ce60a404c4fa" providerId="ADAL" clId="{7B3D9554-FF81-4EB3-A54D-3312DDA58C95}" dt="2025-05-23T17:22:07.096" v="1209" actId="12788"/>
          <ac:picMkLst>
            <pc:docMk/>
            <pc:sldMk cId="1066311120" sldId="2147474043"/>
            <ac:picMk id="32" creationId="{0780C2E8-F948-1FD8-EAF7-E4631A0C0E74}"/>
          </ac:picMkLst>
        </pc:picChg>
        <pc:picChg chg="add mod">
          <ac:chgData name="Pablo Sanz" userId="b60748b7-f2df-4c57-9ffa-ce60a404c4fa" providerId="ADAL" clId="{7B3D9554-FF81-4EB3-A54D-3312DDA58C95}" dt="2025-05-23T17:22:04.551" v="1208" actId="12788"/>
          <ac:picMkLst>
            <pc:docMk/>
            <pc:sldMk cId="1066311120" sldId="2147474043"/>
            <ac:picMk id="34" creationId="{C0B5E237-DDC0-E84D-E2CE-F7E0BD64CDAB}"/>
          </ac:picMkLst>
        </pc:picChg>
        <pc:picChg chg="add mod">
          <ac:chgData name="Pablo Sanz" userId="b60748b7-f2df-4c57-9ffa-ce60a404c4fa" providerId="ADAL" clId="{7B3D9554-FF81-4EB3-A54D-3312DDA58C95}" dt="2025-05-23T17:22:01.872" v="1207" actId="12788"/>
          <ac:picMkLst>
            <pc:docMk/>
            <pc:sldMk cId="1066311120" sldId="2147474043"/>
            <ac:picMk id="36" creationId="{8372CA8B-E9C1-B1D4-FAD3-CF3B4A4F6A5E}"/>
          </ac:picMkLst>
        </pc:picChg>
        <pc:picChg chg="add mod">
          <ac:chgData name="Pablo Sanz" userId="b60748b7-f2df-4c57-9ffa-ce60a404c4fa" providerId="ADAL" clId="{7B3D9554-FF81-4EB3-A54D-3312DDA58C95}" dt="2025-05-23T17:21:59.470" v="1206" actId="12788"/>
          <ac:picMkLst>
            <pc:docMk/>
            <pc:sldMk cId="1066311120" sldId="2147474043"/>
            <ac:picMk id="38" creationId="{A3D9F19F-DBA3-ED7F-0703-2180DD230C71}"/>
          </ac:picMkLst>
        </pc:picChg>
        <pc:picChg chg="add mod">
          <ac:chgData name="Pablo Sanz" userId="b60748b7-f2df-4c57-9ffa-ce60a404c4fa" providerId="ADAL" clId="{7B3D9554-FF81-4EB3-A54D-3312DDA58C95}" dt="2025-05-23T17:21:56.736" v="1205" actId="12788"/>
          <ac:picMkLst>
            <pc:docMk/>
            <pc:sldMk cId="1066311120" sldId="2147474043"/>
            <ac:picMk id="40" creationId="{709A12A3-8A55-4C7C-D577-E1E29BA0D0AF}"/>
          </ac:picMkLst>
        </pc:picChg>
      </pc:sldChg>
      <pc:sldChg chg="modSp add mod">
        <pc:chgData name="Pablo Sanz" userId="b60748b7-f2df-4c57-9ffa-ce60a404c4fa" providerId="ADAL" clId="{7B3D9554-FF81-4EB3-A54D-3312DDA58C95}" dt="2025-05-23T17:22:28.743" v="1211"/>
        <pc:sldMkLst>
          <pc:docMk/>
          <pc:sldMk cId="2223811373" sldId="2147474044"/>
        </pc:sldMkLst>
        <pc:spChg chg="mod">
          <ac:chgData name="Pablo Sanz" userId="b60748b7-f2df-4c57-9ffa-ce60a404c4fa" providerId="ADAL" clId="{7B3D9554-FF81-4EB3-A54D-3312DDA58C95}" dt="2025-05-23T17:22:28.743" v="1211"/>
          <ac:spMkLst>
            <pc:docMk/>
            <pc:sldMk cId="2223811373" sldId="2147474044"/>
            <ac:spMk id="5" creationId="{8696FAE8-5776-AADC-62D4-E951D48C4B04}"/>
          </ac:spMkLst>
        </pc:spChg>
      </pc:sldChg>
      <pc:sldMasterChg chg="delSldLayout">
        <pc:chgData name="Pablo Sanz" userId="b60748b7-f2df-4c57-9ffa-ce60a404c4fa" providerId="ADAL" clId="{7B3D9554-FF81-4EB3-A54D-3312DDA58C95}" dt="2025-05-23T17:01:57.451" v="1168" actId="47"/>
        <pc:sldMasterMkLst>
          <pc:docMk/>
          <pc:sldMasterMk cId="2572454742" sldId="2147483653"/>
        </pc:sldMasterMkLst>
        <pc:sldLayoutChg chg="del">
          <pc:chgData name="Pablo Sanz" userId="b60748b7-f2df-4c57-9ffa-ce60a404c4fa" providerId="ADAL" clId="{7B3D9554-FF81-4EB3-A54D-3312DDA58C95}" dt="2025-05-23T17:01:57.451" v="1168" actId="47"/>
          <pc:sldLayoutMkLst>
            <pc:docMk/>
            <pc:sldMasterMk cId="2572454742" sldId="2147483653"/>
            <pc:sldLayoutMk cId="1427469889" sldId="2147483660"/>
          </pc:sldLayoutMkLst>
        </pc:sldLayoutChg>
      </pc:sldMasterChg>
    </pc:docChg>
  </pc:docChgLst>
  <pc:docChgLst>
    <pc:chgData name="Pablo Sanz" userId="b60748b7-f2df-4c57-9ffa-ce60a404c4fa" providerId="ADAL" clId="{43ED9019-2D95-4CEA-B515-709C90EA3217}"/>
    <pc:docChg chg="undo custSel addSld delSld modSld sldOrd addSection delSection modSection">
      <pc:chgData name="Pablo Sanz" userId="b60748b7-f2df-4c57-9ffa-ce60a404c4fa" providerId="ADAL" clId="{43ED9019-2D95-4CEA-B515-709C90EA3217}" dt="2025-06-11T20:59:38.351" v="531" actId="313"/>
      <pc:docMkLst>
        <pc:docMk/>
      </pc:docMkLst>
      <pc:sldChg chg="modSp mod ord">
        <pc:chgData name="Pablo Sanz" userId="b60748b7-f2df-4c57-9ffa-ce60a404c4fa" providerId="ADAL" clId="{43ED9019-2D95-4CEA-B515-709C90EA3217}" dt="2025-06-11T20:59:38.351" v="531" actId="313"/>
        <pc:sldMkLst>
          <pc:docMk/>
          <pc:sldMk cId="3515729321" sldId="2147474034"/>
        </pc:sldMkLst>
        <pc:spChg chg="mod">
          <ac:chgData name="Pablo Sanz" userId="b60748b7-f2df-4c57-9ffa-ce60a404c4fa" providerId="ADAL" clId="{43ED9019-2D95-4CEA-B515-709C90EA3217}" dt="2025-06-08T09:42:10.143" v="168" actId="20577"/>
          <ac:spMkLst>
            <pc:docMk/>
            <pc:sldMk cId="3515729321" sldId="2147474034"/>
            <ac:spMk id="5" creationId="{EADAD1E5-47E5-65D0-1013-E0982993C668}"/>
          </ac:spMkLst>
        </pc:spChg>
        <pc:spChg chg="mod">
          <ac:chgData name="Pablo Sanz" userId="b60748b7-f2df-4c57-9ffa-ce60a404c4fa" providerId="ADAL" clId="{43ED9019-2D95-4CEA-B515-709C90EA3217}" dt="2025-06-11T20:59:38.351" v="531" actId="313"/>
          <ac:spMkLst>
            <pc:docMk/>
            <pc:sldMk cId="3515729321" sldId="2147474034"/>
            <ac:spMk id="17" creationId="{88D140D7-7F98-4112-EBE4-F76DF8E49A84}"/>
          </ac:spMkLst>
        </pc:spChg>
      </pc:sldChg>
      <pc:sldChg chg="modSp mod">
        <pc:chgData name="Pablo Sanz" userId="b60748b7-f2df-4c57-9ffa-ce60a404c4fa" providerId="ADAL" clId="{43ED9019-2D95-4CEA-B515-709C90EA3217}" dt="2025-06-08T09:40:35.587" v="113" actId="20577"/>
        <pc:sldMkLst>
          <pc:docMk/>
          <pc:sldMk cId="1441960302" sldId="2147474035"/>
        </pc:sldMkLst>
        <pc:spChg chg="mod">
          <ac:chgData name="Pablo Sanz" userId="b60748b7-f2df-4c57-9ffa-ce60a404c4fa" providerId="ADAL" clId="{43ED9019-2D95-4CEA-B515-709C90EA3217}" dt="2025-06-08T09:40:35.587" v="113" actId="20577"/>
          <ac:spMkLst>
            <pc:docMk/>
            <pc:sldMk cId="1441960302" sldId="2147474035"/>
            <ac:spMk id="5" creationId="{24116F66-4545-87CE-AFA6-4CB55FB9B0A3}"/>
          </ac:spMkLst>
        </pc:spChg>
      </pc:sldChg>
      <pc:sldChg chg="modSp mod">
        <pc:chgData name="Pablo Sanz" userId="b60748b7-f2df-4c57-9ffa-ce60a404c4fa" providerId="ADAL" clId="{43ED9019-2D95-4CEA-B515-709C90EA3217}" dt="2025-06-08T09:40:42.425" v="127" actId="20577"/>
        <pc:sldMkLst>
          <pc:docMk/>
          <pc:sldMk cId="3633853361" sldId="2147474036"/>
        </pc:sldMkLst>
        <pc:spChg chg="mod">
          <ac:chgData name="Pablo Sanz" userId="b60748b7-f2df-4c57-9ffa-ce60a404c4fa" providerId="ADAL" clId="{43ED9019-2D95-4CEA-B515-709C90EA3217}" dt="2025-06-08T09:39:02.812" v="57" actId="27636"/>
          <ac:spMkLst>
            <pc:docMk/>
            <pc:sldMk cId="3633853361" sldId="2147474036"/>
            <ac:spMk id="5" creationId="{39421D76-C94E-8B18-D0A0-D46760B17F75}"/>
          </ac:spMkLst>
        </pc:spChg>
        <pc:spChg chg="mod">
          <ac:chgData name="Pablo Sanz" userId="b60748b7-f2df-4c57-9ffa-ce60a404c4fa" providerId="ADAL" clId="{43ED9019-2D95-4CEA-B515-709C90EA3217}" dt="2025-06-08T09:40:42.425" v="127" actId="20577"/>
          <ac:spMkLst>
            <pc:docMk/>
            <pc:sldMk cId="3633853361" sldId="2147474036"/>
            <ac:spMk id="6" creationId="{513D6BC1-269D-E74B-1BC2-A84862C8827D}"/>
          </ac:spMkLst>
        </pc:spChg>
      </pc:sldChg>
      <pc:sldChg chg="modSp mod">
        <pc:chgData name="Pablo Sanz" userId="b60748b7-f2df-4c57-9ffa-ce60a404c4fa" providerId="ADAL" clId="{43ED9019-2D95-4CEA-B515-709C90EA3217}" dt="2025-06-11T20:59:30.843" v="530" actId="20577"/>
        <pc:sldMkLst>
          <pc:docMk/>
          <pc:sldMk cId="4254767141" sldId="2147474037"/>
        </pc:sldMkLst>
        <pc:spChg chg="mod">
          <ac:chgData name="Pablo Sanz" userId="b60748b7-f2df-4c57-9ffa-ce60a404c4fa" providerId="ADAL" clId="{43ED9019-2D95-4CEA-B515-709C90EA3217}" dt="2025-06-11T20:59:30.843" v="530" actId="20577"/>
          <ac:spMkLst>
            <pc:docMk/>
            <pc:sldMk cId="4254767141" sldId="2147474037"/>
            <ac:spMk id="6" creationId="{7E7CDFE8-0CDD-974E-A38D-2968E0522905}"/>
          </ac:spMkLst>
        </pc:spChg>
      </pc:sldChg>
      <pc:sldChg chg="del">
        <pc:chgData name="Pablo Sanz" userId="b60748b7-f2df-4c57-9ffa-ce60a404c4fa" providerId="ADAL" clId="{43ED9019-2D95-4CEA-B515-709C90EA3217}" dt="2025-06-08T09:41:52.528" v="142" actId="47"/>
        <pc:sldMkLst>
          <pc:docMk/>
          <pc:sldMk cId="2509343801" sldId="2147474038"/>
        </pc:sldMkLst>
      </pc:sldChg>
      <pc:sldChg chg="del">
        <pc:chgData name="Pablo Sanz" userId="b60748b7-f2df-4c57-9ffa-ce60a404c4fa" providerId="ADAL" clId="{43ED9019-2D95-4CEA-B515-709C90EA3217}" dt="2025-06-08T09:41:52.528" v="142" actId="47"/>
        <pc:sldMkLst>
          <pc:docMk/>
          <pc:sldMk cId="2768458998" sldId="2147474039"/>
        </pc:sldMkLst>
      </pc:sldChg>
      <pc:sldChg chg="del">
        <pc:chgData name="Pablo Sanz" userId="b60748b7-f2df-4c57-9ffa-ce60a404c4fa" providerId="ADAL" clId="{43ED9019-2D95-4CEA-B515-709C90EA3217}" dt="2025-06-08T09:41:52.528" v="142" actId="47"/>
        <pc:sldMkLst>
          <pc:docMk/>
          <pc:sldMk cId="3063459761" sldId="2147474040"/>
        </pc:sldMkLst>
      </pc:sldChg>
      <pc:sldChg chg="del">
        <pc:chgData name="Pablo Sanz" userId="b60748b7-f2df-4c57-9ffa-ce60a404c4fa" providerId="ADAL" clId="{43ED9019-2D95-4CEA-B515-709C90EA3217}" dt="2025-06-08T09:41:54.402" v="143" actId="47"/>
        <pc:sldMkLst>
          <pc:docMk/>
          <pc:sldMk cId="641552541" sldId="2147474041"/>
        </pc:sldMkLst>
      </pc:sldChg>
      <pc:sldChg chg="del">
        <pc:chgData name="Pablo Sanz" userId="b60748b7-f2df-4c57-9ffa-ce60a404c4fa" providerId="ADAL" clId="{43ED9019-2D95-4CEA-B515-709C90EA3217}" dt="2025-06-08T09:41:54.402" v="143" actId="47"/>
        <pc:sldMkLst>
          <pc:docMk/>
          <pc:sldMk cId="3471979225" sldId="2147474042"/>
        </pc:sldMkLst>
      </pc:sldChg>
      <pc:sldChg chg="ord">
        <pc:chgData name="Pablo Sanz" userId="b60748b7-f2df-4c57-9ffa-ce60a404c4fa" providerId="ADAL" clId="{43ED9019-2D95-4CEA-B515-709C90EA3217}" dt="2025-06-08T16:47:17.687" v="367"/>
        <pc:sldMkLst>
          <pc:docMk/>
          <pc:sldMk cId="1066311120" sldId="2147474043"/>
        </pc:sldMkLst>
      </pc:sldChg>
      <pc:sldChg chg="modSp mod ord">
        <pc:chgData name="Pablo Sanz" userId="b60748b7-f2df-4c57-9ffa-ce60a404c4fa" providerId="ADAL" clId="{43ED9019-2D95-4CEA-B515-709C90EA3217}" dt="2025-06-08T16:48:58.195" v="475" actId="20577"/>
        <pc:sldMkLst>
          <pc:docMk/>
          <pc:sldMk cId="2223811373" sldId="2147474044"/>
        </pc:sldMkLst>
        <pc:spChg chg="mod">
          <ac:chgData name="Pablo Sanz" userId="b60748b7-f2df-4c57-9ffa-ce60a404c4fa" providerId="ADAL" clId="{43ED9019-2D95-4CEA-B515-709C90EA3217}" dt="2025-06-08T16:48:58.195" v="475" actId="20577"/>
          <ac:spMkLst>
            <pc:docMk/>
            <pc:sldMk cId="2223811373" sldId="2147474044"/>
            <ac:spMk id="5" creationId="{8696FAE8-5776-AADC-62D4-E951D48C4B04}"/>
          </ac:spMkLst>
        </pc:spChg>
      </pc:sldChg>
      <pc:sldChg chg="addSp delSp modSp add mod">
        <pc:chgData name="Pablo Sanz" userId="b60748b7-f2df-4c57-9ffa-ce60a404c4fa" providerId="ADAL" clId="{43ED9019-2D95-4CEA-B515-709C90EA3217}" dt="2025-06-08T16:50:34.132" v="529" actId="20577"/>
        <pc:sldMkLst>
          <pc:docMk/>
          <pc:sldMk cId="637695768" sldId="2147474045"/>
        </pc:sldMkLst>
        <pc:spChg chg="add mod">
          <ac:chgData name="Pablo Sanz" userId="b60748b7-f2df-4c57-9ffa-ce60a404c4fa" providerId="ADAL" clId="{43ED9019-2D95-4CEA-B515-709C90EA3217}" dt="2025-06-08T16:43:56.423" v="344" actId="1038"/>
          <ac:spMkLst>
            <pc:docMk/>
            <pc:sldMk cId="637695768" sldId="2147474045"/>
            <ac:spMk id="4" creationId="{511B45FD-BB2E-5025-83F1-110EF9C4DB2F}"/>
          </ac:spMkLst>
        </pc:spChg>
        <pc:spChg chg="mod">
          <ac:chgData name="Pablo Sanz" userId="b60748b7-f2df-4c57-9ffa-ce60a404c4fa" providerId="ADAL" clId="{43ED9019-2D95-4CEA-B515-709C90EA3217}" dt="2025-06-08T14:14:43.297" v="229" actId="27636"/>
          <ac:spMkLst>
            <pc:docMk/>
            <pc:sldMk cId="637695768" sldId="2147474045"/>
            <ac:spMk id="5" creationId="{BD7FA477-F2BE-4A6D-2165-90173468D6AA}"/>
          </ac:spMkLst>
        </pc:spChg>
        <pc:spChg chg="add mod ord">
          <ac:chgData name="Pablo Sanz" userId="b60748b7-f2df-4c57-9ffa-ce60a404c4fa" providerId="ADAL" clId="{43ED9019-2D95-4CEA-B515-709C90EA3217}" dt="2025-06-08T16:43:56.423" v="344" actId="1038"/>
          <ac:spMkLst>
            <pc:docMk/>
            <pc:sldMk cId="637695768" sldId="2147474045"/>
            <ac:spMk id="7" creationId="{30E4EDD2-D13B-E908-9189-984F7F8E7387}"/>
          </ac:spMkLst>
        </pc:spChg>
        <pc:spChg chg="add mod">
          <ac:chgData name="Pablo Sanz" userId="b60748b7-f2df-4c57-9ffa-ce60a404c4fa" providerId="ADAL" clId="{43ED9019-2D95-4CEA-B515-709C90EA3217}" dt="2025-06-08T16:49:28.694" v="489" actId="313"/>
          <ac:spMkLst>
            <pc:docMk/>
            <pc:sldMk cId="637695768" sldId="2147474045"/>
            <ac:spMk id="13" creationId="{0E4DEFBC-5341-3CDA-4F5D-2AA9970E8F12}"/>
          </ac:spMkLst>
        </pc:spChg>
        <pc:spChg chg="add mod">
          <ac:chgData name="Pablo Sanz" userId="b60748b7-f2df-4c57-9ffa-ce60a404c4fa" providerId="ADAL" clId="{43ED9019-2D95-4CEA-B515-709C90EA3217}" dt="2025-06-08T16:49:59.738" v="507" actId="20577"/>
          <ac:spMkLst>
            <pc:docMk/>
            <pc:sldMk cId="637695768" sldId="2147474045"/>
            <ac:spMk id="14" creationId="{7CDBC061-2DCE-AACD-3106-02A49B7BC0DC}"/>
          </ac:spMkLst>
        </pc:spChg>
        <pc:spChg chg="add mod">
          <ac:chgData name="Pablo Sanz" userId="b60748b7-f2df-4c57-9ffa-ce60a404c4fa" providerId="ADAL" clId="{43ED9019-2D95-4CEA-B515-709C90EA3217}" dt="2025-06-08T16:49:26.762" v="488" actId="313"/>
          <ac:spMkLst>
            <pc:docMk/>
            <pc:sldMk cId="637695768" sldId="2147474045"/>
            <ac:spMk id="15" creationId="{EA383880-80D9-5DB0-52B6-82CF3B674EED}"/>
          </ac:spMkLst>
        </pc:spChg>
        <pc:spChg chg="add mod">
          <ac:chgData name="Pablo Sanz" userId="b60748b7-f2df-4c57-9ffa-ce60a404c4fa" providerId="ADAL" clId="{43ED9019-2D95-4CEA-B515-709C90EA3217}" dt="2025-06-08T16:50:26.931" v="518" actId="20577"/>
          <ac:spMkLst>
            <pc:docMk/>
            <pc:sldMk cId="637695768" sldId="2147474045"/>
            <ac:spMk id="16" creationId="{39F1646E-6704-E1E3-2398-157663EB6BB7}"/>
          </ac:spMkLst>
        </pc:spChg>
        <pc:spChg chg="add mod">
          <ac:chgData name="Pablo Sanz" userId="b60748b7-f2df-4c57-9ffa-ce60a404c4fa" providerId="ADAL" clId="{43ED9019-2D95-4CEA-B515-709C90EA3217}" dt="2025-06-08T16:50:34.132" v="529" actId="20577"/>
          <ac:spMkLst>
            <pc:docMk/>
            <pc:sldMk cId="637695768" sldId="2147474045"/>
            <ac:spMk id="18" creationId="{439F551A-628E-1E20-A585-9867041DF245}"/>
          </ac:spMkLst>
        </pc:spChg>
      </pc:sldChg>
    </pc:docChg>
  </pc:docChgLst>
  <pc:docChgLst>
    <pc:chgData name="Pablo Sanz" userId="b60748b7-f2df-4c57-9ffa-ce60a404c4fa" providerId="ADAL" clId="{3445D012-336F-49A7-A294-E71B7694E80C}"/>
    <pc:docChg chg="undo redo custSel addSld delSld modSld sldOrd addSection modSection">
      <pc:chgData name="Pablo Sanz" userId="b60748b7-f2df-4c57-9ffa-ce60a404c4fa" providerId="ADAL" clId="{3445D012-336F-49A7-A294-E71B7694E80C}" dt="2025-05-23T10:33:06.649" v="4572" actId="20577"/>
      <pc:docMkLst>
        <pc:docMk/>
      </pc:docMkLst>
      <pc:sldChg chg="addSp modSp mod">
        <pc:chgData name="Pablo Sanz" userId="b60748b7-f2df-4c57-9ffa-ce60a404c4fa" providerId="ADAL" clId="{3445D012-336F-49A7-A294-E71B7694E80C}" dt="2025-04-25T18:14:44.696" v="620" actId="1076"/>
        <pc:sldMkLst>
          <pc:docMk/>
          <pc:sldMk cId="1648622587" sldId="334"/>
        </pc:sldMkLst>
      </pc:sldChg>
      <pc:sldChg chg="addSp delSp modSp add mod">
        <pc:chgData name="Pablo Sanz" userId="b60748b7-f2df-4c57-9ffa-ce60a404c4fa" providerId="ADAL" clId="{3445D012-336F-49A7-A294-E71B7694E80C}" dt="2025-04-25T18:01:20.653" v="254" actId="20577"/>
        <pc:sldMkLst>
          <pc:docMk/>
          <pc:sldMk cId="3972106050" sldId="335"/>
        </pc:sldMkLst>
      </pc:sldChg>
      <pc:sldChg chg="modSp add mod ord">
        <pc:chgData name="Pablo Sanz" userId="b60748b7-f2df-4c57-9ffa-ce60a404c4fa" providerId="ADAL" clId="{3445D012-336F-49A7-A294-E71B7694E80C}" dt="2025-04-25T18:26:54.754" v="1116" actId="20577"/>
        <pc:sldMkLst>
          <pc:docMk/>
          <pc:sldMk cId="1630953449" sldId="336"/>
        </pc:sldMkLst>
      </pc:sldChg>
      <pc:sldChg chg="modSp add mod">
        <pc:chgData name="Pablo Sanz" userId="b60748b7-f2df-4c57-9ffa-ce60a404c4fa" providerId="ADAL" clId="{3445D012-336F-49A7-A294-E71B7694E80C}" dt="2025-05-23T10:33:06.649" v="4572" actId="20577"/>
        <pc:sldMkLst>
          <pc:docMk/>
          <pc:sldMk cId="910241638" sldId="337"/>
        </pc:sldMkLst>
      </pc:sldChg>
      <pc:sldChg chg="add del">
        <pc:chgData name="Pablo Sanz" userId="b60748b7-f2df-4c57-9ffa-ce60a404c4fa" providerId="ADAL" clId="{3445D012-336F-49A7-A294-E71B7694E80C}" dt="2025-04-25T18:15:18.825" v="624" actId="47"/>
        <pc:sldMkLst>
          <pc:docMk/>
          <pc:sldMk cId="2326715694" sldId="338"/>
        </pc:sldMkLst>
      </pc:sldChg>
      <pc:sldChg chg="addSp modSp add mod ord">
        <pc:chgData name="Pablo Sanz" userId="b60748b7-f2df-4c57-9ffa-ce60a404c4fa" providerId="ADAL" clId="{3445D012-336F-49A7-A294-E71B7694E80C}" dt="2025-04-25T18:28:39.149" v="1192" actId="20577"/>
        <pc:sldMkLst>
          <pc:docMk/>
          <pc:sldMk cId="2876114064" sldId="338"/>
        </pc:sldMkLst>
      </pc:sldChg>
      <pc:sldChg chg="addSp delSp modSp add mod">
        <pc:chgData name="Pablo Sanz" userId="b60748b7-f2df-4c57-9ffa-ce60a404c4fa" providerId="ADAL" clId="{3445D012-336F-49A7-A294-E71B7694E80C}" dt="2025-05-23T10:28:57.545" v="4517" actId="20577"/>
        <pc:sldMkLst>
          <pc:docMk/>
          <pc:sldMk cId="3912809633" sldId="339"/>
        </pc:sldMkLst>
      </pc:sldChg>
      <pc:sldChg chg="addSp delSp modSp add mod">
        <pc:chgData name="Pablo Sanz" userId="b60748b7-f2df-4c57-9ffa-ce60a404c4fa" providerId="ADAL" clId="{3445D012-336F-49A7-A294-E71B7694E80C}" dt="2025-04-26T10:18:22.926" v="1502" actId="207"/>
        <pc:sldMkLst>
          <pc:docMk/>
          <pc:sldMk cId="1961196676" sldId="340"/>
        </pc:sldMkLst>
      </pc:sldChg>
      <pc:sldChg chg="modSp add del mod">
        <pc:chgData name="Pablo Sanz" userId="b60748b7-f2df-4c57-9ffa-ce60a404c4fa" providerId="ADAL" clId="{3445D012-336F-49A7-A294-E71B7694E80C}" dt="2025-04-26T10:14:02.187" v="1456" actId="47"/>
        <pc:sldMkLst>
          <pc:docMk/>
          <pc:sldMk cId="2952024714" sldId="2147473978"/>
        </pc:sldMkLst>
      </pc:sldChg>
      <pc:sldChg chg="modSp add del mod">
        <pc:chgData name="Pablo Sanz" userId="b60748b7-f2df-4c57-9ffa-ce60a404c4fa" providerId="ADAL" clId="{3445D012-336F-49A7-A294-E71B7694E80C}" dt="2025-04-26T10:39:36.932" v="1503" actId="47"/>
        <pc:sldMkLst>
          <pc:docMk/>
          <pc:sldMk cId="3353819699" sldId="2147473980"/>
        </pc:sldMkLst>
      </pc:sldChg>
      <pc:sldChg chg="modSp add del mod">
        <pc:chgData name="Pablo Sanz" userId="b60748b7-f2df-4c57-9ffa-ce60a404c4fa" providerId="ADAL" clId="{3445D012-336F-49A7-A294-E71B7694E80C}" dt="2025-04-26T07:50:11.329" v="1272" actId="47"/>
        <pc:sldMkLst>
          <pc:docMk/>
          <pc:sldMk cId="2772237289" sldId="2147473983"/>
        </pc:sldMkLst>
      </pc:sldChg>
      <pc:sldChg chg="modSp add del mod ord">
        <pc:chgData name="Pablo Sanz" userId="b60748b7-f2df-4c57-9ffa-ce60a404c4fa" providerId="ADAL" clId="{3445D012-336F-49A7-A294-E71B7694E80C}" dt="2025-05-12T06:05:30.461" v="3760" actId="47"/>
        <pc:sldMkLst>
          <pc:docMk/>
          <pc:sldMk cId="2127246953" sldId="2147473984"/>
        </pc:sldMkLst>
      </pc:sldChg>
      <pc:sldChg chg="modSp add mod ord">
        <pc:chgData name="Pablo Sanz" userId="b60748b7-f2df-4c57-9ffa-ce60a404c4fa" providerId="ADAL" clId="{3445D012-336F-49A7-A294-E71B7694E80C}" dt="2025-05-12T06:09:15.753" v="3767"/>
        <pc:sldMkLst>
          <pc:docMk/>
          <pc:sldMk cId="3504083086" sldId="2147474003"/>
        </pc:sldMkLst>
      </pc:sldChg>
      <pc:sldChg chg="modSp add del mod">
        <pc:chgData name="Pablo Sanz" userId="b60748b7-f2df-4c57-9ffa-ce60a404c4fa" providerId="ADAL" clId="{3445D012-336F-49A7-A294-E71B7694E80C}" dt="2025-04-26T10:06:12.065" v="1410" actId="47"/>
        <pc:sldMkLst>
          <pc:docMk/>
          <pc:sldMk cId="143304954" sldId="2147474024"/>
        </pc:sldMkLst>
      </pc:sldChg>
      <pc:sldChg chg="addSp delSp modSp add del mod">
        <pc:chgData name="Pablo Sanz" userId="b60748b7-f2df-4c57-9ffa-ce60a404c4fa" providerId="ADAL" clId="{3445D012-336F-49A7-A294-E71B7694E80C}" dt="2025-04-26T10:58:09.031" v="1699" actId="47"/>
        <pc:sldMkLst>
          <pc:docMk/>
          <pc:sldMk cId="3974225013" sldId="2147474025"/>
        </pc:sldMkLst>
      </pc:sldChg>
      <pc:sldChg chg="addSp delSp modSp add mod">
        <pc:chgData name="Pablo Sanz" userId="b60748b7-f2df-4c57-9ffa-ce60a404c4fa" providerId="ADAL" clId="{3445D012-336F-49A7-A294-E71B7694E80C}" dt="2025-04-26T10:49:10.186" v="1658" actId="20577"/>
        <pc:sldMkLst>
          <pc:docMk/>
          <pc:sldMk cId="3083179937" sldId="2147474026"/>
        </pc:sldMkLst>
      </pc:sldChg>
      <pc:sldChg chg="addSp delSp modSp add mod">
        <pc:chgData name="Pablo Sanz" userId="b60748b7-f2df-4c57-9ffa-ce60a404c4fa" providerId="ADAL" clId="{3445D012-336F-49A7-A294-E71B7694E80C}" dt="2025-04-26T10:58:30.050" v="1701" actId="1076"/>
        <pc:sldMkLst>
          <pc:docMk/>
          <pc:sldMk cId="195229177" sldId="2147474027"/>
        </pc:sldMkLst>
      </pc:sldChg>
      <pc:sldChg chg="addSp delSp modSp add mod">
        <pc:chgData name="Pablo Sanz" userId="b60748b7-f2df-4c57-9ffa-ce60a404c4fa" providerId="ADAL" clId="{3445D012-336F-49A7-A294-E71B7694E80C}" dt="2025-04-26T11:25:33.340" v="1936" actId="1076"/>
        <pc:sldMkLst>
          <pc:docMk/>
          <pc:sldMk cId="956919486" sldId="2147474028"/>
        </pc:sldMkLst>
      </pc:sldChg>
      <pc:sldChg chg="addSp delSp modSp add mod">
        <pc:chgData name="Pablo Sanz" userId="b60748b7-f2df-4c57-9ffa-ce60a404c4fa" providerId="ADAL" clId="{3445D012-336F-49A7-A294-E71B7694E80C}" dt="2025-05-08T21:08:45.349" v="3346" actId="20577"/>
        <pc:sldMkLst>
          <pc:docMk/>
          <pc:sldMk cId="991730709" sldId="2147474029"/>
        </pc:sldMkLst>
      </pc:sldChg>
      <pc:sldChg chg="delSp modSp add mod modNotesTx">
        <pc:chgData name="Pablo Sanz" userId="b60748b7-f2df-4c57-9ffa-ce60a404c4fa" providerId="ADAL" clId="{3445D012-336F-49A7-A294-E71B7694E80C}" dt="2025-05-08T20:52:19.762" v="2931" actId="20577"/>
        <pc:sldMkLst>
          <pc:docMk/>
          <pc:sldMk cId="63013833" sldId="2147474030"/>
        </pc:sldMkLst>
      </pc:sldChg>
      <pc:sldChg chg="add del">
        <pc:chgData name="Pablo Sanz" userId="b60748b7-f2df-4c57-9ffa-ce60a404c4fa" providerId="ADAL" clId="{3445D012-336F-49A7-A294-E71B7694E80C}" dt="2025-05-08T20:43:27.731" v="2151"/>
        <pc:sldMkLst>
          <pc:docMk/>
          <pc:sldMk cId="3911265853" sldId="2147474030"/>
        </pc:sldMkLst>
      </pc:sldChg>
      <pc:sldChg chg="addSp delSp modSp add mod modNotesTx">
        <pc:chgData name="Pablo Sanz" userId="b60748b7-f2df-4c57-9ffa-ce60a404c4fa" providerId="ADAL" clId="{3445D012-336F-49A7-A294-E71B7694E80C}" dt="2025-05-08T21:13:27.024" v="3469" actId="108"/>
        <pc:sldMkLst>
          <pc:docMk/>
          <pc:sldMk cId="3694997189" sldId="2147474031"/>
        </pc:sldMkLst>
      </pc:sldChg>
      <pc:sldChg chg="addSp delSp modSp add mod">
        <pc:chgData name="Pablo Sanz" userId="b60748b7-f2df-4c57-9ffa-ce60a404c4fa" providerId="ADAL" clId="{3445D012-336F-49A7-A294-E71B7694E80C}" dt="2025-05-08T21:11:22.933" v="3424" actId="12788"/>
        <pc:sldMkLst>
          <pc:docMk/>
          <pc:sldMk cId="3937063794" sldId="2147474032"/>
        </pc:sldMkLst>
      </pc:sldChg>
      <pc:sldChg chg="addSp delSp modSp add mod">
        <pc:chgData name="Pablo Sanz" userId="b60748b7-f2df-4c57-9ffa-ce60a404c4fa" providerId="ADAL" clId="{3445D012-336F-49A7-A294-E71B7694E80C}" dt="2025-05-08T21:22:42.751" v="3641" actId="12788"/>
        <pc:sldMkLst>
          <pc:docMk/>
          <pc:sldMk cId="2948245080" sldId="2147474033"/>
        </pc:sldMkLst>
      </pc:sldChg>
      <pc:sldChg chg="addSp modSp add del">
        <pc:chgData name="Pablo Sanz" userId="b60748b7-f2df-4c57-9ffa-ce60a404c4fa" providerId="ADAL" clId="{3445D012-336F-49A7-A294-E71B7694E80C}" dt="2025-05-08T21:23:26.012" v="3644" actId="47"/>
        <pc:sldMkLst>
          <pc:docMk/>
          <pc:sldMk cId="878473937" sldId="2147474034"/>
        </pc:sldMkLst>
      </pc:sldChg>
      <pc:sldChg chg="addSp delSp modSp add mod">
        <pc:chgData name="Pablo Sanz" userId="b60748b7-f2df-4c57-9ffa-ce60a404c4fa" providerId="ADAL" clId="{3445D012-336F-49A7-A294-E71B7694E80C}" dt="2025-05-12T06:04:47.835" v="3759" actId="14100"/>
        <pc:sldMkLst>
          <pc:docMk/>
          <pc:sldMk cId="3515729321" sldId="2147474034"/>
        </pc:sldMkLst>
      </pc:sldChg>
      <pc:sldChg chg="modSp add mod">
        <pc:chgData name="Pablo Sanz" userId="b60748b7-f2df-4c57-9ffa-ce60a404c4fa" providerId="ADAL" clId="{3445D012-336F-49A7-A294-E71B7694E80C}" dt="2025-05-12T06:09:50.443" v="3771" actId="27636"/>
        <pc:sldMkLst>
          <pc:docMk/>
          <pc:sldMk cId="1441960302" sldId="2147474035"/>
        </pc:sldMkLst>
        <pc:spChg chg="mod">
          <ac:chgData name="Pablo Sanz" userId="b60748b7-f2df-4c57-9ffa-ce60a404c4fa" providerId="ADAL" clId="{3445D012-336F-49A7-A294-E71B7694E80C}" dt="2025-05-12T06:09:50.443" v="3771" actId="27636"/>
          <ac:spMkLst>
            <pc:docMk/>
            <pc:sldMk cId="1441960302" sldId="2147474035"/>
            <ac:spMk id="5" creationId="{24116F66-4545-87CE-AFA6-4CB55FB9B0A3}"/>
          </ac:spMkLst>
        </pc:spChg>
      </pc:sldChg>
      <pc:sldChg chg="modSp add mod">
        <pc:chgData name="Pablo Sanz" userId="b60748b7-f2df-4c57-9ffa-ce60a404c4fa" providerId="ADAL" clId="{3445D012-336F-49A7-A294-E71B7694E80C}" dt="2025-05-23T10:32:42.474" v="4532" actId="20577"/>
        <pc:sldMkLst>
          <pc:docMk/>
          <pc:sldMk cId="3633853361" sldId="2147474036"/>
        </pc:sldMkLst>
        <pc:spChg chg="mod">
          <ac:chgData name="Pablo Sanz" userId="b60748b7-f2df-4c57-9ffa-ce60a404c4fa" providerId="ADAL" clId="{3445D012-336F-49A7-A294-E71B7694E80C}" dt="2025-05-12T06:17:23.662" v="3778" actId="27636"/>
          <ac:spMkLst>
            <pc:docMk/>
            <pc:sldMk cId="3633853361" sldId="2147474036"/>
            <ac:spMk id="5" creationId="{39421D76-C94E-8B18-D0A0-D46760B17F75}"/>
          </ac:spMkLst>
        </pc:spChg>
        <pc:spChg chg="mod">
          <ac:chgData name="Pablo Sanz" userId="b60748b7-f2df-4c57-9ffa-ce60a404c4fa" providerId="ADAL" clId="{3445D012-336F-49A7-A294-E71B7694E80C}" dt="2025-05-23T10:32:42.474" v="4532" actId="20577"/>
          <ac:spMkLst>
            <pc:docMk/>
            <pc:sldMk cId="3633853361" sldId="2147474036"/>
            <ac:spMk id="6" creationId="{513D6BC1-269D-E74B-1BC2-A84862C8827D}"/>
          </ac:spMkLst>
        </pc:spChg>
      </pc:sldChg>
      <pc:sldChg chg="modSp add mod">
        <pc:chgData name="Pablo Sanz" userId="b60748b7-f2df-4c57-9ffa-ce60a404c4fa" providerId="ADAL" clId="{3445D012-336F-49A7-A294-E71B7694E80C}" dt="2025-05-12T06:26:59.339" v="4076" actId="20577"/>
        <pc:sldMkLst>
          <pc:docMk/>
          <pc:sldMk cId="4254767141" sldId="2147474037"/>
        </pc:sldMkLst>
        <pc:spChg chg="mod">
          <ac:chgData name="Pablo Sanz" userId="b60748b7-f2df-4c57-9ffa-ce60a404c4fa" providerId="ADAL" clId="{3445D012-336F-49A7-A294-E71B7694E80C}" dt="2025-05-12T06:26:59.339" v="4076" actId="20577"/>
          <ac:spMkLst>
            <pc:docMk/>
            <pc:sldMk cId="4254767141" sldId="2147474037"/>
            <ac:spMk id="6" creationId="{7E7CDFE8-0CDD-974E-A38D-2968E0522905}"/>
          </ac:spMkLst>
        </pc:spChg>
      </pc:sldChg>
      <pc:sldChg chg="addSp delSp modSp add mod">
        <pc:chgData name="Pablo Sanz" userId="b60748b7-f2df-4c57-9ffa-ce60a404c4fa" providerId="ADAL" clId="{3445D012-336F-49A7-A294-E71B7694E80C}" dt="2025-05-12T06:45:25.291" v="4416" actId="12788"/>
        <pc:sldMkLst>
          <pc:docMk/>
          <pc:sldMk cId="2509343801" sldId="2147474038"/>
        </pc:sldMkLst>
      </pc:sldChg>
      <pc:sldChg chg="delSp add del">
        <pc:chgData name="Pablo Sanz" userId="b60748b7-f2df-4c57-9ffa-ce60a404c4fa" providerId="ADAL" clId="{3445D012-336F-49A7-A294-E71B7694E80C}" dt="2025-05-12T06:40:53.535" v="4156" actId="47"/>
        <pc:sldMkLst>
          <pc:docMk/>
          <pc:sldMk cId="2510353451" sldId="2147474039"/>
        </pc:sldMkLst>
      </pc:sldChg>
      <pc:sldMasterChg chg="delSldLayout">
        <pc:chgData name="Pablo Sanz" userId="b60748b7-f2df-4c57-9ffa-ce60a404c4fa" providerId="ADAL" clId="{3445D012-336F-49A7-A294-E71B7694E80C}" dt="2025-04-26T07:50:11.329" v="1272" actId="47"/>
        <pc:sldMasterMkLst>
          <pc:docMk/>
          <pc:sldMasterMk cId="2572454742" sldId="2147483653"/>
        </pc:sldMasterMkLst>
        <pc:sldLayoutChg chg="del">
          <pc:chgData name="Pablo Sanz" userId="b60748b7-f2df-4c57-9ffa-ce60a404c4fa" providerId="ADAL" clId="{3445D012-336F-49A7-A294-E71B7694E80C}" dt="2025-04-26T07:50:11.329" v="1272" actId="47"/>
          <pc:sldLayoutMkLst>
            <pc:docMk/>
            <pc:sldMasterMk cId="2572454742" sldId="2147483653"/>
            <pc:sldLayoutMk cId="2500194487" sldId="21474836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0156B8BF-17CC-6DCC-5441-463F679D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>
            <a:extLst>
              <a:ext uri="{FF2B5EF4-FFF2-40B4-BE49-F238E27FC236}">
                <a16:creationId xmlns:a16="http://schemas.microsoft.com/office/drawing/2014/main" id="{A163350C-B8FD-F8BE-1C9C-4A60FA9C8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C67F2918-FD77-6B2E-863A-A95FE7298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5321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E2F0C-254F-FD9C-B37A-6A655A940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D945A4-3EDA-2CA4-61CB-DFB709972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F5C87A-DB98-248F-5885-AB2CC3B61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D8ADB-418B-0072-54D8-C5FEC5B27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33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0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ee5cc475b_0_15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5ee5cc475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ee5cc475b_0_40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5ee5cc475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ee5cc475b_0_54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5ee5cc475b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Airflow</a:t>
            </a:r>
            <a:r>
              <a:rPr lang="es-ES" dirty="0"/>
              <a:t> // Python</a:t>
            </a:r>
          </a:p>
          <a:p>
            <a:endParaRPr lang="es-ES" dirty="0"/>
          </a:p>
          <a:p>
            <a:r>
              <a:rPr lang="es-ES" dirty="0" err="1"/>
              <a:t>Aws_redshift</a:t>
            </a:r>
            <a:r>
              <a:rPr lang="es-ES" dirty="0"/>
              <a:t> // </a:t>
            </a:r>
            <a:r>
              <a:rPr lang="es-ES" dirty="0" err="1"/>
              <a:t>azure_synapse_analytics</a:t>
            </a:r>
            <a:r>
              <a:rPr lang="es-ES" dirty="0"/>
              <a:t> // </a:t>
            </a:r>
            <a:r>
              <a:rPr lang="es-ES" dirty="0" err="1"/>
              <a:t>Google_bigquery</a:t>
            </a:r>
            <a:endParaRPr lang="es-ES" dirty="0"/>
          </a:p>
          <a:p>
            <a:br>
              <a:rPr lang="es-ES" dirty="0"/>
            </a:br>
            <a:r>
              <a:rPr lang="es-ES" dirty="0" err="1"/>
              <a:t>Powerbi</a:t>
            </a:r>
            <a:r>
              <a:rPr lang="es-ES" dirty="0"/>
              <a:t> // </a:t>
            </a:r>
            <a:r>
              <a:rPr lang="es-ES" dirty="0" err="1"/>
              <a:t>Tableau</a:t>
            </a:r>
            <a:endParaRPr lang="es-ES" dirty="0"/>
          </a:p>
          <a:p>
            <a:br>
              <a:rPr lang="es-ES" dirty="0"/>
            </a:br>
            <a:r>
              <a:rPr lang="es-ES" dirty="0"/>
              <a:t>aws_s3 // </a:t>
            </a:r>
            <a:r>
              <a:rPr lang="es-ES" dirty="0" err="1"/>
              <a:t>azure_storage_Account</a:t>
            </a:r>
            <a:r>
              <a:rPr lang="es-ES" dirty="0"/>
              <a:t> // </a:t>
            </a:r>
            <a:r>
              <a:rPr lang="es-ES" dirty="0" err="1"/>
              <a:t>Google_cloud_storage</a:t>
            </a:r>
            <a:r>
              <a:rPr lang="es-ES" dirty="0"/>
              <a:t>,</a:t>
            </a:r>
          </a:p>
          <a:p>
            <a:br>
              <a:rPr lang="es-ES" dirty="0"/>
            </a:br>
            <a:r>
              <a:rPr lang="es-ES" dirty="0" err="1"/>
              <a:t>aws_sagemaker</a:t>
            </a:r>
            <a:r>
              <a:rPr lang="es-ES" dirty="0"/>
              <a:t> // </a:t>
            </a:r>
            <a:r>
              <a:rPr lang="es-ES" dirty="0" err="1"/>
              <a:t>azure_ml_studio</a:t>
            </a:r>
            <a:r>
              <a:rPr lang="es-ES" dirty="0"/>
              <a:t> // Google_ </a:t>
            </a:r>
            <a:r>
              <a:rPr lang="es-ES" dirty="0" err="1"/>
              <a:t>vertex_ai</a:t>
            </a:r>
            <a:endParaRPr lang="es-ES" dirty="0"/>
          </a:p>
          <a:p>
            <a:endParaRPr lang="es-ES" dirty="0"/>
          </a:p>
          <a:p>
            <a:r>
              <a:rPr lang="es-ES" dirty="0" err="1"/>
              <a:t>Collibra</a:t>
            </a:r>
            <a:r>
              <a:rPr lang="es-ES" dirty="0"/>
              <a:t> // Open </a:t>
            </a:r>
            <a:r>
              <a:rPr lang="es-ES" dirty="0" err="1"/>
              <a:t>Metadata</a:t>
            </a:r>
            <a:br>
              <a:rPr lang="es-ES" dirty="0"/>
            </a:b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07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B571-A625-D97A-3F1A-E9E01B06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00FF99-4E8F-DE66-887F-36E234D04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049056-6C9F-BA8C-5AA3-61CD03182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22CD4B-BF5A-FE65-29C5-B8A760772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2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E72B8-6786-E5F0-3E62-7E14CF8C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138EB4-A452-D056-AF4C-94AEF5F23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9D04FF-1B6D-D3D6-E713-30A559262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370EC2-4C92-FEDC-E1DE-95B9141E6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52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latin typeface="Montserrat" panose="00000500000000000000" pitchFamily="2" charset="0"/>
              </a:rPr>
              <a:t>Comprender la estructura jerárquica de Unity </a:t>
            </a:r>
            <a:r>
              <a:rPr lang="es-ES" sz="1200" b="1" dirty="0" err="1">
                <a:latin typeface="Montserrat" panose="00000500000000000000" pitchFamily="2" charset="0"/>
              </a:rPr>
              <a:t>Catalog</a:t>
            </a:r>
            <a:r>
              <a:rPr lang="es-ES" sz="1200" b="1" dirty="0">
                <a:latin typeface="Montserrat" panose="00000500000000000000" pitchFamily="2" charset="0"/>
              </a:rPr>
              <a:t> es clave para organizar, asegurar y gobernar los datos: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dirty="0">
                <a:latin typeface="Montserrat" panose="00000500000000000000" pitchFamily="2" charset="0"/>
              </a:rPr>
              <a:t>desde el </a:t>
            </a:r>
            <a:r>
              <a:rPr lang="es-ES" sz="1200" b="1" dirty="0">
                <a:latin typeface="Montserrat" panose="00000500000000000000" pitchFamily="2" charset="0"/>
              </a:rPr>
              <a:t>nivel global (catálogo)</a:t>
            </a:r>
            <a:r>
              <a:rPr lang="es-ES" sz="1200" b="0" dirty="0">
                <a:latin typeface="Montserrat" panose="00000500000000000000" pitchFamily="2" charset="0"/>
              </a:rPr>
              <a:t>, pasando por el </a:t>
            </a:r>
            <a:r>
              <a:rPr lang="es-ES" sz="1200" b="1" dirty="0">
                <a:latin typeface="Montserrat" panose="00000500000000000000" pitchFamily="2" charset="0"/>
              </a:rPr>
              <a:t>espacio de trabajo lógico (</a:t>
            </a:r>
            <a:r>
              <a:rPr lang="es-ES" sz="1200" b="1" dirty="0" err="1">
                <a:latin typeface="Montserrat" panose="00000500000000000000" pitchFamily="2" charset="0"/>
              </a:rPr>
              <a:t>schema</a:t>
            </a:r>
            <a:r>
              <a:rPr lang="es-ES" sz="1200" b="1" dirty="0">
                <a:latin typeface="Montserrat" panose="00000500000000000000" pitchFamily="2" charset="0"/>
              </a:rPr>
              <a:t>)</a:t>
            </a:r>
            <a:r>
              <a:rPr lang="es-ES" sz="1200" b="0" dirty="0">
                <a:latin typeface="Montserrat" panose="00000500000000000000" pitchFamily="2" charset="0"/>
              </a:rPr>
              <a:t>, hasta los objetos concretos donde residen y se consumen los datos (tablas, vistas, volúmenes y funciones).</a:t>
            </a:r>
          </a:p>
          <a:p>
            <a:endParaRPr lang="es-ES" b="1" dirty="0"/>
          </a:p>
          <a:p>
            <a:endParaRPr lang="es-ES" b="1" dirty="0"/>
          </a:p>
          <a:p>
            <a:r>
              <a:rPr lang="es-ES" b="1" dirty="0"/>
              <a:t>📝 ¿Cuándo usar varios </a:t>
            </a:r>
            <a:r>
              <a:rPr lang="es-ES" b="1" dirty="0" err="1"/>
              <a:t>metastores</a:t>
            </a:r>
            <a:r>
              <a:rPr lang="es-ES" b="1" dirty="0"/>
              <a:t> en una empresa?</a:t>
            </a:r>
          </a:p>
          <a:p>
            <a:r>
              <a:rPr lang="es-ES" dirty="0"/>
              <a:t>Aunque lo recomendable es gestionar todo desde un único </a:t>
            </a:r>
            <a:r>
              <a:rPr lang="es-ES" dirty="0" err="1"/>
              <a:t>metastore</a:t>
            </a:r>
            <a:r>
              <a:rPr lang="es-ES" dirty="0"/>
              <a:t> (Unity </a:t>
            </a:r>
            <a:r>
              <a:rPr lang="es-ES" dirty="0" err="1"/>
              <a:t>Catalog</a:t>
            </a:r>
            <a:r>
              <a:rPr lang="es-ES" dirty="0"/>
              <a:t>), hay </a:t>
            </a:r>
            <a:r>
              <a:rPr lang="es-ES" b="1" dirty="0"/>
              <a:t>casos justificados</a:t>
            </a:r>
            <a:r>
              <a:rPr lang="es-ES" dirty="0"/>
              <a:t> donde tener más de uno es necesario:</a:t>
            </a:r>
          </a:p>
          <a:p>
            <a:r>
              <a:rPr lang="es-ES" b="1" dirty="0"/>
              <a:t>🌍 Requisitos de residencia de datos</a:t>
            </a:r>
            <a:br>
              <a:rPr lang="es-ES" dirty="0"/>
            </a:br>
            <a:r>
              <a:rPr lang="es-ES" dirty="0"/>
              <a:t>Cuando una empresa opera en varias regiones con leyes distintas (por ejemplo, GDPR en la UE), puede ser obligatorio mantener los datos en </a:t>
            </a:r>
            <a:r>
              <a:rPr lang="es-ES" dirty="0" err="1"/>
              <a:t>metastores</a:t>
            </a:r>
            <a:r>
              <a:rPr lang="es-ES" dirty="0"/>
              <a:t> separados por región.</a:t>
            </a:r>
          </a:p>
          <a:p>
            <a:r>
              <a:rPr lang="es-ES" b="1" dirty="0"/>
              <a:t>🔐 Necesidad de aislamiento total</a:t>
            </a:r>
            <a:br>
              <a:rPr lang="es-ES" dirty="0"/>
            </a:br>
            <a:r>
              <a:rPr lang="es-ES" dirty="0"/>
              <a:t>En grandes organizaciones con unidades de negocio independientes o altamente reguladas, puede ser necesario que cada una tenga su propio </a:t>
            </a:r>
            <a:r>
              <a:rPr lang="es-ES" dirty="0" err="1"/>
              <a:t>metastore</a:t>
            </a:r>
            <a:r>
              <a:rPr lang="es-ES" dirty="0"/>
              <a:t> para garantizar separación de permisos, políticas y administración.</a:t>
            </a:r>
          </a:p>
          <a:p>
            <a:r>
              <a:rPr lang="es-ES" b="1" dirty="0"/>
              <a:t>☁️ Restricciones </a:t>
            </a:r>
            <a:r>
              <a:rPr lang="es-ES" b="1" dirty="0" err="1"/>
              <a:t>multicloud</a:t>
            </a:r>
            <a:br>
              <a:rPr lang="es-ES" dirty="0"/>
            </a:br>
            <a:r>
              <a:rPr lang="es-ES" dirty="0"/>
              <a:t>Si la empresa opera en distintas nubes (AWS, Azure, GCP), y hay restricciones que impiden compartir un único </a:t>
            </a:r>
            <a:r>
              <a:rPr lang="es-ES" dirty="0" err="1"/>
              <a:t>metastore</a:t>
            </a:r>
            <a:r>
              <a:rPr lang="es-ES" dirty="0"/>
              <a:t> entre nubes, se puede asignar uno por proveedor </a:t>
            </a:r>
            <a:r>
              <a:rPr lang="es-ES" dirty="0" err="1"/>
              <a:t>cloud</a:t>
            </a:r>
            <a:r>
              <a:rPr lang="es-ES" dirty="0"/>
              <a:t>.</a:t>
            </a:r>
          </a:p>
          <a:p>
            <a:r>
              <a:rPr lang="es-ES" b="1" dirty="0"/>
              <a:t>🧪 Entornos críticos de prueba o seguridad</a:t>
            </a:r>
            <a:br>
              <a:rPr lang="es-ES" dirty="0"/>
            </a:br>
            <a:r>
              <a:rPr lang="es-ES" dirty="0"/>
              <a:t>Para ciertos entornos de </a:t>
            </a:r>
            <a:r>
              <a:rPr lang="es-ES" dirty="0" err="1"/>
              <a:t>sandbox</a:t>
            </a:r>
            <a:r>
              <a:rPr lang="es-ES" dirty="0"/>
              <a:t>, pruebas sensibles o desarrollo aislado, puede tener sentido usar un </a:t>
            </a:r>
            <a:r>
              <a:rPr lang="es-ES" dirty="0" err="1"/>
              <a:t>metastore</a:t>
            </a:r>
            <a:r>
              <a:rPr lang="es-ES" dirty="0"/>
              <a:t> separado, aunque no es lo habitual.</a:t>
            </a:r>
          </a:p>
          <a:p>
            <a:r>
              <a:rPr lang="es-ES" dirty="0"/>
              <a:t>📌 </a:t>
            </a:r>
            <a:r>
              <a:rPr lang="es-ES" b="1" dirty="0"/>
              <a:t>Conclusión:</a:t>
            </a:r>
            <a:endParaRPr lang="es-ES" dirty="0"/>
          </a:p>
          <a:p>
            <a:r>
              <a:rPr lang="es-ES" dirty="0"/>
              <a:t>Usar múltiples </a:t>
            </a:r>
            <a:r>
              <a:rPr lang="es-ES" dirty="0" err="1"/>
              <a:t>metastores</a:t>
            </a:r>
            <a:r>
              <a:rPr lang="es-ES" dirty="0"/>
              <a:t> es posible, pero debe ser una </a:t>
            </a:r>
            <a:r>
              <a:rPr lang="es-ES" b="1" dirty="0"/>
              <a:t>decisión estratégica bien justificada</a:t>
            </a:r>
            <a:r>
              <a:rPr lang="es-ES" dirty="0"/>
              <a:t>. Siempre que se pueda, se recomienda mantener un </a:t>
            </a:r>
            <a:r>
              <a:rPr lang="es-ES" b="1" dirty="0"/>
              <a:t>modelo centralizado</a:t>
            </a:r>
            <a:r>
              <a:rPr lang="es-ES" dirty="0"/>
              <a:t> con un único </a:t>
            </a:r>
            <a:r>
              <a:rPr lang="es-ES" dirty="0" err="1"/>
              <a:t>metastore</a:t>
            </a:r>
            <a:r>
              <a:rPr lang="es-ES" dirty="0"/>
              <a:t> para simplificar la gobernanza.</a:t>
            </a: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7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🔹 </a:t>
            </a:r>
            <a:r>
              <a:rPr lang="es-ES" b="1" dirty="0" err="1"/>
              <a:t>Organization</a:t>
            </a:r>
            <a:r>
              <a:rPr lang="es-ES" b="1" dirty="0"/>
              <a:t> (Organización)</a:t>
            </a:r>
            <a:br>
              <a:rPr lang="es-ES" dirty="0"/>
            </a:br>
            <a:r>
              <a:rPr lang="es-ES" dirty="0"/>
              <a:t>Es la entidad global de </a:t>
            </a:r>
            <a:r>
              <a:rPr lang="es-ES" dirty="0" err="1"/>
              <a:t>Databricks</a:t>
            </a:r>
            <a:r>
              <a:rPr lang="es-ES" dirty="0"/>
              <a:t>. Agrupa todas tus cuentas y permite la administración centralizada. Representa a la empresa</a:t>
            </a:r>
          </a:p>
          <a:p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Account</a:t>
            </a:r>
            <a:r>
              <a:rPr lang="es-ES" b="1" dirty="0"/>
              <a:t> (Cuenta de </a:t>
            </a:r>
            <a:r>
              <a:rPr lang="es-ES" b="1" dirty="0" err="1"/>
              <a:t>Databricks</a:t>
            </a:r>
            <a:r>
              <a:rPr lang="es-ES" b="1" dirty="0"/>
              <a:t>)</a:t>
            </a:r>
            <a:br>
              <a:rPr lang="es-ES" dirty="0"/>
            </a:br>
            <a:r>
              <a:rPr lang="es-ES" dirty="0"/>
              <a:t>representación lógica que recoge: facturación, auditoría, </a:t>
            </a:r>
            <a:r>
              <a:rPr lang="es-ES" dirty="0" err="1"/>
              <a:t>conf</a:t>
            </a:r>
            <a:r>
              <a:rPr lang="es-ES" dirty="0"/>
              <a:t> a nivel corporativo</a:t>
            </a:r>
          </a:p>
          <a:p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Workspace</a:t>
            </a:r>
            <a:br>
              <a:rPr lang="es-ES" dirty="0"/>
            </a:br>
            <a:r>
              <a:rPr lang="es-ES" dirty="0"/>
              <a:t>Es el </a:t>
            </a:r>
            <a:r>
              <a:rPr lang="es-ES" b="1" dirty="0"/>
              <a:t>entorno donde realmente trabajan los usuarios</a:t>
            </a:r>
            <a:r>
              <a:rPr lang="es-ES" dirty="0"/>
              <a:t>: notebooks, </a:t>
            </a:r>
            <a:r>
              <a:rPr lang="es-ES" dirty="0" err="1"/>
              <a:t>clusters</a:t>
            </a:r>
            <a:r>
              <a:rPr lang="es-ES" dirty="0"/>
              <a:t>, </a:t>
            </a:r>
            <a:r>
              <a:rPr lang="es-ES" dirty="0" err="1"/>
              <a:t>dashboards</a:t>
            </a:r>
            <a:r>
              <a:rPr lang="es-ES" dirty="0"/>
              <a:t>, repos, </a:t>
            </a:r>
            <a:r>
              <a:rPr lang="es-ES" dirty="0" err="1"/>
              <a:t>jobs</a:t>
            </a:r>
            <a:r>
              <a:rPr lang="es-ES" dirty="0"/>
              <a:t>, tablas, etc.</a:t>
            </a:r>
          </a:p>
          <a:p>
            <a:endParaRPr lang="es-ES" dirty="0"/>
          </a:p>
          <a:p>
            <a:r>
              <a:rPr lang="es-ES" b="1" dirty="0"/>
              <a:t>🔹 </a:t>
            </a:r>
            <a:r>
              <a:rPr lang="es-ES" b="1" dirty="0" err="1"/>
              <a:t>Cluster</a:t>
            </a:r>
            <a:br>
              <a:rPr lang="es-ES" dirty="0"/>
            </a:br>
            <a:r>
              <a:rPr lang="es-ES" dirty="0"/>
              <a:t>Es el conjunto de máquinas donde se ejecuta el trabajo distribuido de Spark (nodos driver + </a:t>
            </a:r>
            <a:r>
              <a:rPr lang="es-ES" dirty="0" err="1"/>
              <a:t>workers</a:t>
            </a:r>
            <a:r>
              <a:rPr lang="es-ES" dirty="0"/>
              <a:t>).</a:t>
            </a:r>
            <a:br>
              <a:rPr lang="es-ES" dirty="0"/>
            </a:br>
            <a:r>
              <a:rPr lang="es-ES" dirty="0"/>
              <a:t>Un </a:t>
            </a:r>
            <a:r>
              <a:rPr lang="es-ES" dirty="0" err="1"/>
              <a:t>Workspace</a:t>
            </a:r>
            <a:r>
              <a:rPr lang="es-ES" dirty="0"/>
              <a:t> puede lanzar múltiples </a:t>
            </a:r>
            <a:r>
              <a:rPr lang="es-ES" dirty="0" err="1"/>
              <a:t>clusters</a:t>
            </a:r>
            <a:r>
              <a:rPr lang="es-ES" dirty="0"/>
              <a:t>, cada uno configurado para distintos usos:</a:t>
            </a:r>
          </a:p>
          <a:p>
            <a:endParaRPr lang="es-ES" dirty="0"/>
          </a:p>
          <a:p>
            <a:r>
              <a:rPr lang="es-ES" b="1" dirty="0"/>
              <a:t>🔹 Jobs</a:t>
            </a:r>
            <a:br>
              <a:rPr lang="es-ES" dirty="0"/>
            </a:br>
            <a:r>
              <a:rPr lang="es-ES" dirty="0"/>
              <a:t>Son automatizaciones: ejecuciones programadas o bajo demanda de notebooks, scripts, pipelines o flujos multitarea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1CCDE-4723-4995-BE44-3BF9696042C9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8838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1B52C-F92E-53F6-6944-C690B863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BCBB38-8733-79A8-86AE-63AFD10AB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5F148B-F16B-E82C-FF4E-C4F5DCF1E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7546C4-223D-8C5F-10DF-CAE1BC798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28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167DF-4EA3-7FB8-656A-44534511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E836E65-5121-C302-8463-276FFF0E8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64EE2A-0A7B-FC53-8659-7E9A89DF0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F3F548-6A50-5536-7BF1-E2F19100A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52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🔹 Clústeres multiuso: ideales para el desarrollo interactivo, las pruebas y la colaboración. Considérelos como su espacio de trabajo compartido para crear y experimentar.</a:t>
            </a:r>
          </a:p>
          <a:p>
            <a:r>
              <a:rPr lang="es-ES" dirty="0"/>
              <a:t>🔹 Clústeres de tareas: diseñados específicamente para ejecutar tareas programadas o activadas. Se activan para la tarea y se apagan automáticamente cuando terminan, lo que los hace ideales para ETL de producción.</a:t>
            </a:r>
          </a:p>
          <a:p>
            <a:r>
              <a:rPr lang="es-ES" dirty="0"/>
              <a:t>🔹 Pools de clústeres: no son un clúster en sí, sino una forma de precalentar los recursos informáticos para que los clústeres se inicien más rápido. Perfectos para entornos con trabajos cortos frecuentes.</a:t>
            </a:r>
          </a:p>
          <a:p>
            <a:r>
              <a:rPr lang="es-ES" dirty="0"/>
              <a:t>🔹 Almacenes SQL: optimizados para consultas SQL y herramientas de BI como Power BI y </a:t>
            </a:r>
            <a:r>
              <a:rPr lang="es-ES" dirty="0" err="1"/>
              <a:t>Tableau</a:t>
            </a:r>
            <a:r>
              <a:rPr lang="es-ES" dirty="0"/>
              <a:t>. Computación de pago por segundo diseñada para paneles de control y análisis ad hoc.</a:t>
            </a:r>
          </a:p>
          <a:p>
            <a:br>
              <a:rPr lang="es-ES" dirty="0"/>
            </a:br>
            <a:br>
              <a:rPr lang="es-ES" dirty="0"/>
            </a:br>
            <a:r>
              <a:rPr lang="es-ES" dirty="0"/>
              <a:t>💡 Consejo:</a:t>
            </a:r>
          </a:p>
          <a:p>
            <a:r>
              <a:rPr lang="es-ES" dirty="0"/>
              <a:t>Utilice </a:t>
            </a:r>
            <a:r>
              <a:rPr lang="es-ES" dirty="0" err="1"/>
              <a:t>All-Purpose</a:t>
            </a:r>
            <a:r>
              <a:rPr lang="es-ES" dirty="0"/>
              <a:t> para el trabajo de desarrollo,</a:t>
            </a:r>
          </a:p>
          <a:p>
            <a:r>
              <a:rPr lang="es-ES" dirty="0"/>
              <a:t>Job </a:t>
            </a:r>
            <a:r>
              <a:rPr lang="es-ES" dirty="0" err="1"/>
              <a:t>Clusters</a:t>
            </a:r>
            <a:r>
              <a:rPr lang="es-ES" dirty="0"/>
              <a:t> para la producción,</a:t>
            </a:r>
          </a:p>
          <a:p>
            <a:r>
              <a:rPr lang="es-ES" dirty="0"/>
              <a:t>Pools para reducir el tiempo de arranque,</a:t>
            </a:r>
          </a:p>
          <a:p>
            <a:r>
              <a:rPr lang="es-ES" dirty="0"/>
              <a:t>SQL </a:t>
            </a:r>
            <a:r>
              <a:rPr lang="es-ES" dirty="0" err="1"/>
              <a:t>Warehouses</a:t>
            </a:r>
            <a:r>
              <a:rPr lang="es-ES" dirty="0"/>
              <a:t> para BI.</a:t>
            </a:r>
          </a:p>
          <a:p>
            <a:r>
              <a:rPr lang="es-ES" dirty="0"/>
              <a:t>Elegir sabiamente = mayor rendimiento + menor coste ✅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1CCDE-4723-4995-BE44-3BF9696042C9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6649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3A40-D0D6-8F67-C380-97567C2B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A7E480-0AA0-844C-BCFB-5EE5E4DBB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59A1D3-BDE5-B408-54FC-83AB800D0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00B59F-0472-502E-F01E-95F470A87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3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hyperlink" Target="https://www.linkedin.com/in/javier-mart%C3%ADnez-morales-94033bb4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javier-mart%C3%ADnez-morales-94033bb4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/>
              <a:t>¿Quién soy?</a:t>
            </a: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628650" y="1666057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1600" dirty="0">
                <a:latin typeface="Montserrat" panose="00000500000000000000" pitchFamily="2" charset="0"/>
              </a:rPr>
              <a:t>Javier Martínez Morales</a:t>
            </a:r>
            <a:endParaRPr sz="1600" dirty="0">
              <a:latin typeface="Montserrat" panose="00000500000000000000" pitchFamily="2" charset="0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600" dirty="0">
              <a:latin typeface="Montserrat" panose="00000500000000000000" pitchFamily="2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1600" dirty="0">
                <a:latin typeface="Montserrat" panose="00000500000000000000" pitchFamily="2" charset="0"/>
              </a:rPr>
              <a:t>Licenciado en Finanzas &amp; Master en Ciencia de Datos e Inteligencia Artificial</a:t>
            </a:r>
            <a:endParaRPr sz="1600" dirty="0">
              <a:latin typeface="Montserrat" panose="00000500000000000000" pitchFamily="2" charset="0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600" dirty="0">
              <a:latin typeface="Montserrat" panose="00000500000000000000" pitchFamily="2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1600" dirty="0">
                <a:latin typeface="Montserrat" panose="00000500000000000000" pitchFamily="2" charset="0"/>
              </a:rPr>
              <a:t>Profesional con 4 años de experiencia entorno al mundo de los datos.</a:t>
            </a:r>
            <a:endParaRPr sz="1600" dirty="0">
              <a:latin typeface="Montserrat" panose="00000500000000000000" pitchFamily="2" charset="0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1600" dirty="0">
              <a:latin typeface="Montserrat" panose="00000500000000000000" pitchFamily="2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ES" sz="1600" dirty="0">
                <a:latin typeface="Montserrat" panose="00000500000000000000" pitchFamily="2" charset="0"/>
              </a:rPr>
              <a:t>Especialista en </a:t>
            </a:r>
            <a:r>
              <a:rPr lang="es-ES" sz="1600" dirty="0" err="1">
                <a:latin typeface="Montserrat" panose="00000500000000000000" pitchFamily="2" charset="0"/>
              </a:rPr>
              <a:t>ETLs</a:t>
            </a:r>
            <a:r>
              <a:rPr lang="es-ES" sz="1600" dirty="0">
                <a:latin typeface="Montserrat" panose="00000500000000000000" pitchFamily="2" charset="0"/>
              </a:rPr>
              <a:t> &amp; Análisis de Datos</a:t>
            </a:r>
            <a:endParaRPr sz="1600" dirty="0">
              <a:latin typeface="Montserrat" panose="00000500000000000000" pitchFamily="2" charset="0"/>
            </a:endParaRPr>
          </a:p>
        </p:txBody>
      </p:sp>
      <p:pic>
        <p:nvPicPr>
          <p:cNvPr id="55" name="Google Shape;5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1800" y="5721635"/>
            <a:ext cx="278160" cy="27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/>
        </p:nvSpPr>
        <p:spPr>
          <a:xfrm>
            <a:off x="3036628" y="5722225"/>
            <a:ext cx="676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ES" sz="1200" u="sng" dirty="0">
                <a:solidFill>
                  <a:schemeClr val="hlink"/>
                </a:solidFill>
                <a:hlinkClick r:id="rId4"/>
              </a:rPr>
              <a:t>Link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57" name="Google Shape;57;p2" title="1743344964993 - copia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0312" y="365125"/>
            <a:ext cx="1086825" cy="132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590F6DBB-AC78-44F4-6535-1A52B6EC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">
            <a:extLst>
              <a:ext uri="{FF2B5EF4-FFF2-40B4-BE49-F238E27FC236}">
                <a16:creationId xmlns:a16="http://schemas.microsoft.com/office/drawing/2014/main" id="{EB98E09E-6126-FA70-09D3-93944866AD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1800" y="5721635"/>
            <a:ext cx="278160" cy="2781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>
            <a:extLst>
              <a:ext uri="{FF2B5EF4-FFF2-40B4-BE49-F238E27FC236}">
                <a16:creationId xmlns:a16="http://schemas.microsoft.com/office/drawing/2014/main" id="{3A13A6D2-6525-0F82-F0A6-E1B2B7E9D029}"/>
              </a:ext>
            </a:extLst>
          </p:cNvPr>
          <p:cNvSpPr txBox="1"/>
          <p:nvPr/>
        </p:nvSpPr>
        <p:spPr>
          <a:xfrm>
            <a:off x="3036628" y="5722225"/>
            <a:ext cx="676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ES" sz="1200" u="sng" dirty="0">
                <a:solidFill>
                  <a:schemeClr val="hlink"/>
                </a:solidFill>
                <a:hlinkClick r:id="rId4"/>
              </a:rPr>
              <a:t>Link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FA9EE455-DCD8-1BD8-9951-9C5E1F29C292}"/>
              </a:ext>
            </a:extLst>
          </p:cNvPr>
          <p:cNvSpPr txBox="1">
            <a:spLocks/>
          </p:cNvSpPr>
          <p:nvPr/>
        </p:nvSpPr>
        <p:spPr>
          <a:xfrm>
            <a:off x="1979712" y="1268760"/>
            <a:ext cx="4924800" cy="39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 SemiBold" panose="00000700000000000000" pitchFamily="2" charset="0"/>
              </a:rPr>
              <a:t>Bloque I: </a:t>
            </a:r>
            <a:r>
              <a:rPr lang="es-ES" sz="1200" dirty="0" err="1">
                <a:latin typeface="Montserrat SemiBold" panose="00000700000000000000" pitchFamily="2" charset="0"/>
              </a:rPr>
              <a:t>Databricks</a:t>
            </a:r>
            <a:r>
              <a:rPr lang="es-ES" sz="1200" dirty="0">
                <a:latin typeface="Montserrat SemiBold" panose="00000700000000000000" pitchFamily="2" charset="0"/>
              </a:rPr>
              <a:t> Inicio</a:t>
            </a:r>
          </a:p>
          <a:p>
            <a:pPr marL="1028700" lvl="2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Fundamentales </a:t>
            </a:r>
            <a:r>
              <a:rPr lang="es-ES" sz="1200" dirty="0" err="1">
                <a:latin typeface="Montserrat" panose="00000500000000000000" pitchFamily="2" charset="0"/>
              </a:rPr>
              <a:t>Databricks</a:t>
            </a:r>
            <a:endParaRPr lang="es-ES" sz="1200" dirty="0">
              <a:latin typeface="Montserrat" panose="00000500000000000000" pitchFamily="2" charset="0"/>
            </a:endParaRPr>
          </a:p>
          <a:p>
            <a:pPr marL="1028700" lvl="2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Entender entorno</a:t>
            </a:r>
          </a:p>
          <a:p>
            <a:pPr marL="1028700" lvl="2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DEMO con ejercicios</a:t>
            </a:r>
            <a:br>
              <a:rPr lang="es-ES" sz="1200" dirty="0">
                <a:latin typeface="Montserrat" panose="00000500000000000000" pitchFamily="2" charset="0"/>
              </a:rPr>
            </a:br>
            <a:endParaRPr lang="es-ES" sz="1200" dirty="0">
              <a:latin typeface="Montserrat" panose="00000500000000000000" pitchFamily="2" charset="0"/>
            </a:endParaRPr>
          </a:p>
          <a:p>
            <a:pPr lvl="1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 SemiBold" panose="00000700000000000000" pitchFamily="2" charset="0"/>
              </a:rPr>
              <a:t>Bloque II: Gobernanza &amp; Unity </a:t>
            </a:r>
            <a:r>
              <a:rPr lang="es-ES" sz="1200" dirty="0" err="1">
                <a:latin typeface="Montserrat SemiBold" panose="00000700000000000000" pitchFamily="2" charset="0"/>
              </a:rPr>
              <a:t>Catalog</a:t>
            </a:r>
            <a:r>
              <a:rPr lang="es-ES" sz="1200" dirty="0">
                <a:latin typeface="Montserrat SemiBold" panose="00000700000000000000" pitchFamily="2" charset="0"/>
              </a:rPr>
              <a:t> I</a:t>
            </a:r>
          </a:p>
          <a:p>
            <a:pPr marL="1028700" lvl="2" indent="-342900">
              <a:buFont typeface="Arial" panose="020B0604020202020204" pitchFamily="34" charset="0"/>
              <a:buAutoNum type="arabicPeriod"/>
            </a:pPr>
            <a:r>
              <a:rPr lang="es-ES" sz="1200" dirty="0" err="1">
                <a:latin typeface="Montserrat" panose="00000500000000000000" pitchFamily="2" charset="0"/>
              </a:rPr>
              <a:t>Acces</a:t>
            </a:r>
            <a:r>
              <a:rPr lang="es-ES" sz="1200" dirty="0">
                <a:latin typeface="Montserrat" panose="00000500000000000000" pitchFamily="2" charset="0"/>
              </a:rPr>
              <a:t> Control</a:t>
            </a:r>
          </a:p>
          <a:p>
            <a:pPr marL="1028700" lvl="2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Data Discovery</a:t>
            </a:r>
          </a:p>
          <a:p>
            <a:pPr marL="1028700" lvl="2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Lineage</a:t>
            </a:r>
            <a:br>
              <a:rPr lang="es-ES" sz="1200" dirty="0">
                <a:latin typeface="Montserrat" panose="00000500000000000000" pitchFamily="2" charset="0"/>
              </a:rPr>
            </a:br>
            <a:endParaRPr lang="es-ES" sz="1200" dirty="0">
              <a:latin typeface="Montserrat" panose="00000500000000000000" pitchFamily="2" charset="0"/>
            </a:endParaRPr>
          </a:p>
          <a:p>
            <a:pPr lvl="1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 SemiBold" panose="00000700000000000000" pitchFamily="2" charset="0"/>
              </a:rPr>
              <a:t>Bloque II: Gobernanza &amp; Unity </a:t>
            </a:r>
            <a:r>
              <a:rPr lang="es-ES" sz="1200" dirty="0" err="1">
                <a:latin typeface="Montserrat SemiBold" panose="00000700000000000000" pitchFamily="2" charset="0"/>
              </a:rPr>
              <a:t>Catalog</a:t>
            </a:r>
            <a:r>
              <a:rPr lang="es-ES" sz="1200" dirty="0">
                <a:latin typeface="Montserrat SemiBold" panose="00000700000000000000" pitchFamily="2" charset="0"/>
              </a:rPr>
              <a:t> II</a:t>
            </a:r>
          </a:p>
          <a:p>
            <a:pPr marL="1028700" lvl="2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Auditing</a:t>
            </a:r>
            <a:endParaRPr lang="es-ES" sz="1200" dirty="0">
              <a:latin typeface="Montserrat" panose="00000500000000000000" pitchFamily="2" charset="0"/>
            </a:endParaRPr>
          </a:p>
          <a:p>
            <a:pPr marL="1028700" lvl="2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Sharing</a:t>
            </a:r>
            <a:endParaRPr lang="es-ES" sz="1200" dirty="0">
              <a:latin typeface="Montserrat" panose="00000500000000000000" pitchFamily="2" charset="0"/>
            </a:endParaRPr>
          </a:p>
          <a:p>
            <a:pPr marL="1028700" lvl="2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" panose="00000500000000000000" pitchFamily="2" charset="0"/>
              </a:rPr>
              <a:t>Data </a:t>
            </a:r>
            <a:r>
              <a:rPr lang="es-ES" sz="1200" dirty="0" err="1">
                <a:latin typeface="Montserrat" panose="00000500000000000000" pitchFamily="2" charset="0"/>
              </a:rPr>
              <a:t>Monitoring</a:t>
            </a:r>
            <a:r>
              <a:rPr lang="es-ES" sz="1200" dirty="0">
                <a:latin typeface="Montserrat" panose="00000500000000000000" pitchFamily="2" charset="0"/>
              </a:rPr>
              <a:t> (</a:t>
            </a:r>
            <a:r>
              <a:rPr lang="es-ES" sz="1200" dirty="0" err="1">
                <a:latin typeface="Montserrat" panose="00000500000000000000" pitchFamily="2" charset="0"/>
              </a:rPr>
              <a:t>Quality</a:t>
            </a:r>
            <a:r>
              <a:rPr lang="es-ES" sz="1200" dirty="0">
                <a:latin typeface="Montserrat" panose="00000500000000000000" pitchFamily="2" charset="0"/>
              </a:rPr>
              <a:t>)</a:t>
            </a:r>
            <a:br>
              <a:rPr lang="es-ES" sz="1200" dirty="0">
                <a:latin typeface="Montserrat" panose="00000500000000000000" pitchFamily="2" charset="0"/>
              </a:rPr>
            </a:br>
            <a:endParaRPr lang="es-ES" sz="1200" dirty="0">
              <a:latin typeface="Montserrat" panose="00000500000000000000" pitchFamily="2" charset="0"/>
            </a:endParaRPr>
          </a:p>
          <a:p>
            <a:pPr lvl="1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 SemiBold" panose="00000700000000000000" pitchFamily="2" charset="0"/>
              </a:rPr>
              <a:t>Bloque III: </a:t>
            </a:r>
            <a:r>
              <a:rPr lang="es-ES" sz="1200" dirty="0" err="1">
                <a:latin typeface="Montserrat SemiBold" panose="00000700000000000000" pitchFamily="2" charset="0"/>
              </a:rPr>
              <a:t>Workflows</a:t>
            </a:r>
            <a:r>
              <a:rPr lang="es-ES" sz="1200" dirty="0">
                <a:latin typeface="Montserrat SemiBold" panose="00000700000000000000" pitchFamily="2" charset="0"/>
              </a:rPr>
              <a:t> &amp; </a:t>
            </a:r>
            <a:r>
              <a:rPr lang="es-ES" sz="1200" dirty="0" err="1">
                <a:latin typeface="Montserrat SemiBold" panose="00000700000000000000" pitchFamily="2" charset="0"/>
              </a:rPr>
              <a:t>ETLs</a:t>
            </a:r>
            <a:endParaRPr lang="es-ES" sz="1200" dirty="0">
              <a:latin typeface="Montserrat SemiBold" panose="00000700000000000000" pitchFamily="2" charset="0"/>
            </a:endParaRPr>
          </a:p>
          <a:p>
            <a:pPr lvl="1" indent="-342900">
              <a:buFont typeface="Arial" panose="020B0604020202020204" pitchFamily="34" charset="0"/>
              <a:buAutoNum type="arabicPeriod"/>
            </a:pPr>
            <a:r>
              <a:rPr lang="es-ES" sz="1200" dirty="0">
                <a:latin typeface="Montserrat SemiBold" panose="00000700000000000000" pitchFamily="2" charset="0"/>
              </a:rPr>
              <a:t>Bloque IV: Optimización en Spark</a:t>
            </a:r>
          </a:p>
          <a:p>
            <a:pPr lvl="1" indent="-342900">
              <a:buFont typeface="Arial" panose="020B0604020202020204" pitchFamily="34" charset="0"/>
              <a:buAutoNum type="arabicPeriod"/>
            </a:pPr>
            <a:endParaRPr lang="es-ES" sz="2400" dirty="0"/>
          </a:p>
        </p:txBody>
      </p:sp>
      <p:sp>
        <p:nvSpPr>
          <p:cNvPr id="5" name="Google Shape;274;g35ee5cc475b_0_15">
            <a:extLst>
              <a:ext uri="{FF2B5EF4-FFF2-40B4-BE49-F238E27FC236}">
                <a16:creationId xmlns:a16="http://schemas.microsoft.com/office/drawing/2014/main" id="{CB88D5B3-EC48-FC07-5CE1-CDD1A19CD9C2}"/>
              </a:ext>
            </a:extLst>
          </p:cNvPr>
          <p:cNvSpPr txBox="1">
            <a:spLocks/>
          </p:cNvSpPr>
          <p:nvPr/>
        </p:nvSpPr>
        <p:spPr>
          <a:xfrm>
            <a:off x="200954" y="171829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 a la Asignatura 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Índice Asignatura</a:t>
            </a:r>
          </a:p>
        </p:txBody>
      </p:sp>
    </p:spTree>
    <p:extLst>
      <p:ext uri="{BB962C8B-B14F-4D97-AF65-F5344CB8AC3E}">
        <p14:creationId xmlns:p14="http://schemas.microsoft.com/office/powerpoint/2010/main" val="397148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9AA61-1EF5-6272-8B6E-B808A227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Programa de hoy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69E45BB1-09ED-5F71-3178-CCBB4DB56EF9}"/>
              </a:ext>
            </a:extLst>
          </p:cNvPr>
          <p:cNvSpPr txBox="1">
            <a:spLocks/>
          </p:cNvSpPr>
          <p:nvPr/>
        </p:nvSpPr>
        <p:spPr>
          <a:xfrm>
            <a:off x="1524000" y="1143000"/>
            <a:ext cx="4848200" cy="4590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ES" sz="1200" b="1" dirty="0">
                <a:latin typeface="Montserrat" panose="00000500000000000000" pitchFamily="2" charset="0"/>
              </a:rPr>
              <a:t>Roles en el ecosistema de datos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 err="1">
                <a:latin typeface="Montserrat" panose="00000500000000000000" pitchFamily="2" charset="0"/>
              </a:rPr>
              <a:t>Skills</a:t>
            </a:r>
            <a:r>
              <a:rPr lang="es-ES" sz="1000" dirty="0">
                <a:latin typeface="Montserrat" panose="00000500000000000000" pitchFamily="2" charset="0"/>
              </a:rPr>
              <a:t> para roles más comunes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>
                <a:latin typeface="Montserrat" panose="00000500000000000000" pitchFamily="2" charset="0"/>
              </a:rPr>
              <a:t>Roles Similares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>
                <a:latin typeface="Montserrat" panose="00000500000000000000" pitchFamily="2" charset="0"/>
              </a:rPr>
              <a:t>Recomendaciones</a:t>
            </a:r>
            <a:br>
              <a:rPr lang="es-ES" sz="1000" dirty="0">
                <a:latin typeface="Montserrat" panose="00000500000000000000" pitchFamily="2" charset="0"/>
              </a:rPr>
            </a:br>
            <a:endParaRPr lang="es-ES" sz="10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ES" sz="1200" b="1" dirty="0" err="1">
                <a:latin typeface="Montserrat" panose="00000500000000000000" pitchFamily="2" charset="0"/>
              </a:rPr>
              <a:t>Databricks</a:t>
            </a:r>
            <a:r>
              <a:rPr lang="es-ES" sz="1200" b="1" dirty="0">
                <a:latin typeface="Montserrat" panose="00000500000000000000" pitchFamily="2" charset="0"/>
              </a:rPr>
              <a:t> Fundamentales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>
                <a:latin typeface="Montserrat" panose="00000500000000000000" pitchFamily="2" charset="0"/>
              </a:rPr>
              <a:t>Los 3 fundamentales (Spark, Delta Lake, UC)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>
                <a:latin typeface="Montserrat" panose="00000500000000000000" pitchFamily="2" charset="0"/>
              </a:rPr>
              <a:t>Data </a:t>
            </a:r>
            <a:r>
              <a:rPr lang="es-ES" sz="1000" dirty="0" err="1">
                <a:latin typeface="Montserrat" panose="00000500000000000000" pitchFamily="2" charset="0"/>
              </a:rPr>
              <a:t>Warehouse</a:t>
            </a:r>
            <a:r>
              <a:rPr lang="es-ES" sz="1000" dirty="0">
                <a:latin typeface="Montserrat" panose="00000500000000000000" pitchFamily="2" charset="0"/>
              </a:rPr>
              <a:t> vs Data Lake vs Data </a:t>
            </a:r>
            <a:r>
              <a:rPr lang="es-ES" sz="1000" dirty="0" err="1">
                <a:latin typeface="Montserrat" panose="00000500000000000000" pitchFamily="2" charset="0"/>
              </a:rPr>
              <a:t>Lakehouse</a:t>
            </a:r>
            <a:endParaRPr lang="es-ES" sz="1000" dirty="0">
              <a:latin typeface="Montserrat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>
                <a:latin typeface="Montserrat" panose="00000500000000000000" pitchFamily="2" charset="0"/>
              </a:rPr>
              <a:t>Ecosistema de datos actual &amp; </a:t>
            </a:r>
            <a:r>
              <a:rPr lang="es-ES" sz="1000" dirty="0" err="1">
                <a:latin typeface="Montserrat" panose="00000500000000000000" pitchFamily="2" charset="0"/>
              </a:rPr>
              <a:t>Databricks</a:t>
            </a:r>
            <a:r>
              <a:rPr lang="es-ES" sz="1000" dirty="0">
                <a:latin typeface="Montserrat" panose="00000500000000000000" pitchFamily="2" charset="0"/>
              </a:rPr>
              <a:t> </a:t>
            </a:r>
            <a:r>
              <a:rPr lang="es-ES" sz="1000" dirty="0" err="1">
                <a:latin typeface="Montserrat" panose="00000500000000000000" pitchFamily="2" charset="0"/>
              </a:rPr>
              <a:t>scope</a:t>
            </a:r>
            <a:br>
              <a:rPr lang="es-ES" sz="1000" dirty="0">
                <a:latin typeface="Montserrat" panose="00000500000000000000" pitchFamily="2" charset="0"/>
              </a:rPr>
            </a:br>
            <a:endParaRPr lang="es-ES" sz="10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ES" sz="1200" b="1" dirty="0">
                <a:latin typeface="Montserrat" panose="00000500000000000000" pitchFamily="2" charset="0"/>
              </a:rPr>
              <a:t>Arquitectura de Objetos en UC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>
                <a:latin typeface="Montserrat" panose="00000500000000000000" pitchFamily="2" charset="0"/>
              </a:rPr>
              <a:t>Objetos en UC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 err="1">
                <a:latin typeface="Montserrat" panose="00000500000000000000" pitchFamily="2" charset="0"/>
              </a:rPr>
              <a:t>Account</a:t>
            </a:r>
            <a:r>
              <a:rPr lang="es-ES" sz="1000" dirty="0">
                <a:latin typeface="Montserrat" panose="00000500000000000000" pitchFamily="2" charset="0"/>
              </a:rPr>
              <a:t>&gt;</a:t>
            </a:r>
            <a:r>
              <a:rPr lang="es-ES" sz="1000" dirty="0" err="1">
                <a:latin typeface="Montserrat" panose="00000500000000000000" pitchFamily="2" charset="0"/>
              </a:rPr>
              <a:t>Workspace</a:t>
            </a:r>
            <a:r>
              <a:rPr lang="es-ES" sz="1000" dirty="0">
                <a:latin typeface="Montserrat" panose="00000500000000000000" pitchFamily="2" charset="0"/>
              </a:rPr>
              <a:t>&gt;</a:t>
            </a:r>
            <a:r>
              <a:rPr lang="es-ES" sz="1000" dirty="0" err="1">
                <a:latin typeface="Montserrat" panose="00000500000000000000" pitchFamily="2" charset="0"/>
              </a:rPr>
              <a:t>Cluster</a:t>
            </a:r>
            <a:r>
              <a:rPr lang="es-ES" sz="1000" dirty="0">
                <a:latin typeface="Montserrat" panose="00000500000000000000" pitchFamily="2" charset="0"/>
              </a:rPr>
              <a:t>&gt;Jobs</a:t>
            </a:r>
            <a:br>
              <a:rPr lang="es-ES" sz="1000" dirty="0">
                <a:latin typeface="Montserrat" panose="00000500000000000000" pitchFamily="2" charset="0"/>
              </a:rPr>
            </a:br>
            <a:endParaRPr lang="es-ES" sz="10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s-ES" sz="1200" b="1" dirty="0" err="1">
                <a:latin typeface="Montserrat" panose="00000500000000000000" pitchFamily="2" charset="0"/>
              </a:rPr>
              <a:t>Clusters</a:t>
            </a:r>
            <a:endParaRPr lang="es-ES" sz="1200" b="1" dirty="0">
              <a:latin typeface="Montserrat" panose="00000500000000000000" pitchFamily="2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>
                <a:latin typeface="Montserrat" panose="00000500000000000000" pitchFamily="2" charset="0"/>
              </a:rPr>
              <a:t>Qué es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>
                <a:latin typeface="Montserrat" panose="00000500000000000000" pitchFamily="2" charset="0"/>
              </a:rPr>
              <a:t>Tipos de accesos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s-ES" sz="1000" dirty="0">
                <a:latin typeface="Montserrat" panose="00000500000000000000" pitchFamily="2" charset="0"/>
              </a:rPr>
              <a:t>Tipos de </a:t>
            </a:r>
            <a:r>
              <a:rPr lang="es-ES" sz="1000" dirty="0" err="1">
                <a:latin typeface="Montserrat" panose="00000500000000000000" pitchFamily="2" charset="0"/>
              </a:rPr>
              <a:t>Clusters</a:t>
            </a:r>
            <a:endParaRPr lang="es-ES" sz="10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s-ES" sz="12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39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88376-5AC9-11CA-5DB0-97A87C869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906E01F-AC1A-2F49-A336-3ABB2B6D7F32}"/>
              </a:ext>
            </a:extLst>
          </p:cNvPr>
          <p:cNvSpPr txBox="1"/>
          <p:nvPr/>
        </p:nvSpPr>
        <p:spPr>
          <a:xfrm>
            <a:off x="3005826" y="2760676"/>
            <a:ext cx="3132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ECOSISTEMA </a:t>
            </a: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DE ROLES EN DATA</a:t>
            </a:r>
          </a:p>
        </p:txBody>
      </p:sp>
    </p:spTree>
    <p:extLst>
      <p:ext uri="{BB962C8B-B14F-4D97-AF65-F5344CB8AC3E}">
        <p14:creationId xmlns:p14="http://schemas.microsoft.com/office/powerpoint/2010/main" val="167324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D57693F7-F941-E70E-1868-B6CAB86552AA}"/>
              </a:ext>
            </a:extLst>
          </p:cNvPr>
          <p:cNvSpPr/>
          <p:nvPr/>
        </p:nvSpPr>
        <p:spPr>
          <a:xfrm>
            <a:off x="165365" y="761253"/>
            <a:ext cx="8568952" cy="5112568"/>
          </a:xfrm>
          <a:prstGeom prst="roundRect">
            <a:avLst>
              <a:gd name="adj" fmla="val 933"/>
            </a:avLst>
          </a:prstGeom>
          <a:solidFill>
            <a:schemeClr val="accent6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CFD8FB6E-5EC0-A760-E386-5C66676B3218}"/>
              </a:ext>
            </a:extLst>
          </p:cNvPr>
          <p:cNvGrpSpPr/>
          <p:nvPr/>
        </p:nvGrpSpPr>
        <p:grpSpPr>
          <a:xfrm>
            <a:off x="755576" y="3991056"/>
            <a:ext cx="1010194" cy="1009115"/>
            <a:chOff x="1629762" y="3212174"/>
            <a:chExt cx="1010194" cy="1009115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A6F2B9E5-25DD-0D0F-7390-0279D3230AEA}"/>
                </a:ext>
              </a:extLst>
            </p:cNvPr>
            <p:cNvSpPr/>
            <p:nvPr/>
          </p:nvSpPr>
          <p:spPr>
            <a:xfrm>
              <a:off x="1631844" y="3212174"/>
              <a:ext cx="1008112" cy="609005"/>
            </a:xfrm>
            <a:prstGeom prst="roundRect">
              <a:avLst>
                <a:gd name="adj" fmla="val 250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6C52BA1B-5FCD-9412-8470-AF60A267B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2257" y="3354559"/>
              <a:ext cx="354856" cy="360234"/>
            </a:xfrm>
            <a:prstGeom prst="rect">
              <a:avLst/>
            </a:prstGeom>
          </p:spPr>
        </p:pic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8C626760-98F6-74B6-BE0E-63FBA052C68E}"/>
                </a:ext>
              </a:extLst>
            </p:cNvPr>
            <p:cNvSpPr/>
            <p:nvPr/>
          </p:nvSpPr>
          <p:spPr>
            <a:xfrm>
              <a:off x="1629762" y="3821179"/>
              <a:ext cx="1008112" cy="400110"/>
            </a:xfrm>
            <a:prstGeom prst="roundRect">
              <a:avLst>
                <a:gd name="adj" fmla="val 1983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9A96A1D-3F98-87A4-7118-049AD59C1F2D}"/>
                </a:ext>
              </a:extLst>
            </p:cNvPr>
            <p:cNvSpPr txBox="1"/>
            <p:nvPr/>
          </p:nvSpPr>
          <p:spPr>
            <a:xfrm>
              <a:off x="1741905" y="3895702"/>
              <a:ext cx="8762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latin typeface="Montserrat SemiBold" panose="00000700000000000000" pitchFamily="2" charset="0"/>
                </a:rPr>
                <a:t>Raw Data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5FC088A3-747A-5A13-0E72-0AFB99FBBB7E}"/>
              </a:ext>
            </a:extLst>
          </p:cNvPr>
          <p:cNvGrpSpPr/>
          <p:nvPr/>
        </p:nvGrpSpPr>
        <p:grpSpPr>
          <a:xfrm>
            <a:off x="7238597" y="4724141"/>
            <a:ext cx="1149827" cy="1009115"/>
            <a:chOff x="7238597" y="4724141"/>
            <a:chExt cx="1149827" cy="1009115"/>
          </a:xfrm>
        </p:grpSpPr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E51D141D-9E65-2D54-4A34-DCD1E9B0C8C2}"/>
                </a:ext>
              </a:extLst>
            </p:cNvPr>
            <p:cNvSpPr/>
            <p:nvPr/>
          </p:nvSpPr>
          <p:spPr>
            <a:xfrm>
              <a:off x="7308413" y="5333146"/>
              <a:ext cx="1008112" cy="400110"/>
            </a:xfrm>
            <a:prstGeom prst="roundRect">
              <a:avLst>
                <a:gd name="adj" fmla="val 1983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A7B51DE7-5291-3AAF-7E83-76329999D509}"/>
                </a:ext>
              </a:extLst>
            </p:cNvPr>
            <p:cNvSpPr/>
            <p:nvPr/>
          </p:nvSpPr>
          <p:spPr>
            <a:xfrm>
              <a:off x="7310495" y="4724141"/>
              <a:ext cx="1008112" cy="609005"/>
            </a:xfrm>
            <a:prstGeom prst="roundRect">
              <a:avLst>
                <a:gd name="adj" fmla="val 250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B069741-90D0-A769-5799-52F2358A36FC}"/>
                </a:ext>
              </a:extLst>
            </p:cNvPr>
            <p:cNvSpPr txBox="1"/>
            <p:nvPr/>
          </p:nvSpPr>
          <p:spPr>
            <a:xfrm>
              <a:off x="7238597" y="5366738"/>
              <a:ext cx="11498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Montserrat SemiBold" panose="00000700000000000000" pitchFamily="2" charset="0"/>
                </a:rPr>
                <a:t>ML Productive </a:t>
              </a:r>
              <a:r>
                <a:rPr lang="es-ES" sz="800" dirty="0" err="1">
                  <a:latin typeface="Montserrat SemiBold" panose="00000700000000000000" pitchFamily="2" charset="0"/>
                </a:rPr>
                <a:t>Model</a:t>
              </a:r>
              <a:endParaRPr lang="es-ES" sz="800" dirty="0">
                <a:latin typeface="Montserrat SemiBold" panose="00000700000000000000" pitchFamily="2" charset="0"/>
              </a:endParaRPr>
            </a:p>
          </p:txBody>
        </p:sp>
        <p:pic>
          <p:nvPicPr>
            <p:cNvPr id="12" name="Imagen 11" descr="Forma&#10;&#10;El contenido generado por IA puede ser incorrecto.">
              <a:extLst>
                <a:ext uri="{FF2B5EF4-FFF2-40B4-BE49-F238E27FC236}">
                  <a16:creationId xmlns:a16="http://schemas.microsoft.com/office/drawing/2014/main" id="{BADFB467-CC09-BE5C-C97F-450080067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6393" y="4846552"/>
              <a:ext cx="394237" cy="394237"/>
            </a:xfrm>
            <a:prstGeom prst="rect">
              <a:avLst/>
            </a:prstGeom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D93C9DC3-66D8-4C48-3323-C48985287150}"/>
              </a:ext>
            </a:extLst>
          </p:cNvPr>
          <p:cNvGrpSpPr/>
          <p:nvPr/>
        </p:nvGrpSpPr>
        <p:grpSpPr>
          <a:xfrm>
            <a:off x="2921098" y="3991056"/>
            <a:ext cx="1149827" cy="1009115"/>
            <a:chOff x="2921098" y="3991056"/>
            <a:chExt cx="1149827" cy="1009115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501733C4-CA80-1CC3-CE9E-7FF2FEF363CA}"/>
                </a:ext>
              </a:extLst>
            </p:cNvPr>
            <p:cNvSpPr/>
            <p:nvPr/>
          </p:nvSpPr>
          <p:spPr>
            <a:xfrm>
              <a:off x="2970193" y="3991056"/>
              <a:ext cx="1008112" cy="609005"/>
            </a:xfrm>
            <a:prstGeom prst="roundRect">
              <a:avLst>
                <a:gd name="adj" fmla="val 250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7560004B-A51C-0776-5BC4-C228D5AB058A}"/>
                </a:ext>
              </a:extLst>
            </p:cNvPr>
            <p:cNvSpPr/>
            <p:nvPr/>
          </p:nvSpPr>
          <p:spPr>
            <a:xfrm>
              <a:off x="2968111" y="4600061"/>
              <a:ext cx="1008112" cy="400110"/>
            </a:xfrm>
            <a:prstGeom prst="roundRect">
              <a:avLst>
                <a:gd name="adj" fmla="val 4364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B7BD99C-66D0-73C8-1777-413DBD4DC944}"/>
                </a:ext>
              </a:extLst>
            </p:cNvPr>
            <p:cNvSpPr txBox="1"/>
            <p:nvPr/>
          </p:nvSpPr>
          <p:spPr>
            <a:xfrm>
              <a:off x="2921098" y="4613029"/>
              <a:ext cx="11498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 SemiBold" panose="00000700000000000000" pitchFamily="2" charset="0"/>
                </a:rPr>
                <a:t>Consolidated</a:t>
              </a:r>
              <a:r>
                <a:rPr lang="es-ES" sz="800" dirty="0">
                  <a:latin typeface="Montserrat SemiBold" panose="00000700000000000000" pitchFamily="2" charset="0"/>
                </a:rPr>
                <a:t> Data</a:t>
              </a:r>
            </a:p>
          </p:txBody>
        </p:sp>
        <p:pic>
          <p:nvPicPr>
            <p:cNvPr id="13" name="Imagen 12" descr="Imagen en blanco y negro&#10;&#10;El contenido generado por IA puede ser incorrecto.">
              <a:extLst>
                <a:ext uri="{FF2B5EF4-FFF2-40B4-BE49-F238E27FC236}">
                  <a16:creationId xmlns:a16="http://schemas.microsoft.com/office/drawing/2014/main" id="{0971CEE4-FC61-8131-DF82-F08CD334E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0756" y="4136428"/>
              <a:ext cx="325815" cy="325815"/>
            </a:xfrm>
            <a:prstGeom prst="rect">
              <a:avLst/>
            </a:prstGeom>
          </p:spPr>
        </p:pic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460D69D8-67F7-7DF0-F096-61EF98ABA981}"/>
              </a:ext>
            </a:extLst>
          </p:cNvPr>
          <p:cNvGrpSpPr/>
          <p:nvPr/>
        </p:nvGrpSpPr>
        <p:grpSpPr>
          <a:xfrm>
            <a:off x="5006390" y="4724141"/>
            <a:ext cx="1149827" cy="1009115"/>
            <a:chOff x="5006390" y="4724141"/>
            <a:chExt cx="1149827" cy="1009115"/>
          </a:xfrm>
        </p:grpSpPr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9D05BD1C-5A60-D3AC-5929-CD6B88BD7685}"/>
                </a:ext>
              </a:extLst>
            </p:cNvPr>
            <p:cNvSpPr/>
            <p:nvPr/>
          </p:nvSpPr>
          <p:spPr>
            <a:xfrm>
              <a:off x="5092805" y="4724141"/>
              <a:ext cx="1008112" cy="609005"/>
            </a:xfrm>
            <a:prstGeom prst="roundRect">
              <a:avLst>
                <a:gd name="adj" fmla="val 250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Rectángulo: esquinas redondeadas 32">
              <a:extLst>
                <a:ext uri="{FF2B5EF4-FFF2-40B4-BE49-F238E27FC236}">
                  <a16:creationId xmlns:a16="http://schemas.microsoft.com/office/drawing/2014/main" id="{899D941D-CC03-B404-6428-16D89AA8EB8B}"/>
                </a:ext>
              </a:extLst>
            </p:cNvPr>
            <p:cNvSpPr/>
            <p:nvPr/>
          </p:nvSpPr>
          <p:spPr>
            <a:xfrm>
              <a:off x="5090723" y="5333146"/>
              <a:ext cx="1008112" cy="400110"/>
            </a:xfrm>
            <a:prstGeom prst="roundRect">
              <a:avLst>
                <a:gd name="adj" fmla="val 1983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DDE13F9-AE16-CCB8-80C2-382E6C3708F5}"/>
                </a:ext>
              </a:extLst>
            </p:cNvPr>
            <p:cNvSpPr txBox="1"/>
            <p:nvPr/>
          </p:nvSpPr>
          <p:spPr>
            <a:xfrm>
              <a:off x="5006390" y="5374885"/>
              <a:ext cx="114982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>
                  <a:latin typeface="Montserrat SemiBold" panose="00000700000000000000" pitchFamily="2" charset="0"/>
                </a:rPr>
                <a:t>ML </a:t>
              </a:r>
              <a:r>
                <a:rPr lang="es-ES" sz="800" dirty="0" err="1">
                  <a:latin typeface="Montserrat SemiBold" panose="00000700000000000000" pitchFamily="2" charset="0"/>
                </a:rPr>
                <a:t>Model</a:t>
              </a:r>
              <a:endParaRPr lang="es-ES" sz="800" dirty="0">
                <a:latin typeface="Montserrat SemiBold" panose="00000700000000000000" pitchFamily="2" charset="0"/>
              </a:endParaRPr>
            </a:p>
          </p:txBody>
        </p:sp>
        <p:pic>
          <p:nvPicPr>
            <p:cNvPr id="10" name="Imagen 9" descr="Forma&#10;&#10;El contenido generado por IA puede ser incorrecto.">
              <a:extLst>
                <a:ext uri="{FF2B5EF4-FFF2-40B4-BE49-F238E27FC236}">
                  <a16:creationId xmlns:a16="http://schemas.microsoft.com/office/drawing/2014/main" id="{B75603CF-176F-549C-9F63-329932B26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455" y="4881894"/>
              <a:ext cx="358397" cy="358397"/>
            </a:xfrm>
            <a:prstGeom prst="rect">
              <a:avLst/>
            </a:prstGeom>
          </p:spPr>
        </p:pic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B8147673-BB2C-5E9E-18CE-EECBB3B824D3}"/>
              </a:ext>
            </a:extLst>
          </p:cNvPr>
          <p:cNvGrpSpPr/>
          <p:nvPr/>
        </p:nvGrpSpPr>
        <p:grpSpPr>
          <a:xfrm>
            <a:off x="5041945" y="3286443"/>
            <a:ext cx="1074034" cy="1009115"/>
            <a:chOff x="5041945" y="3286443"/>
            <a:chExt cx="1074034" cy="1009115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6971F69E-56DB-C48D-505F-4B1439A4C1BF}"/>
                </a:ext>
              </a:extLst>
            </p:cNvPr>
            <p:cNvSpPr/>
            <p:nvPr/>
          </p:nvSpPr>
          <p:spPr>
            <a:xfrm>
              <a:off x="5089586" y="3286443"/>
              <a:ext cx="1008112" cy="609005"/>
            </a:xfrm>
            <a:prstGeom prst="roundRect">
              <a:avLst>
                <a:gd name="adj" fmla="val 250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E8B0081F-A7F6-C279-E2BE-8451FD446E91}"/>
                </a:ext>
              </a:extLst>
            </p:cNvPr>
            <p:cNvSpPr/>
            <p:nvPr/>
          </p:nvSpPr>
          <p:spPr>
            <a:xfrm>
              <a:off x="5087504" y="3895448"/>
              <a:ext cx="1008112" cy="400110"/>
            </a:xfrm>
            <a:prstGeom prst="roundRect">
              <a:avLst>
                <a:gd name="adj" fmla="val 1983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CBDDECE-5B92-D272-1338-DFDD7856DDD1}"/>
                </a:ext>
              </a:extLst>
            </p:cNvPr>
            <p:cNvSpPr txBox="1"/>
            <p:nvPr/>
          </p:nvSpPr>
          <p:spPr>
            <a:xfrm>
              <a:off x="5041945" y="3886758"/>
              <a:ext cx="10740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 SemiBold" panose="00000700000000000000" pitchFamily="2" charset="0"/>
                </a:rPr>
                <a:t>Dashboards</a:t>
              </a:r>
              <a:r>
                <a:rPr lang="es-ES" sz="800" dirty="0">
                  <a:latin typeface="Montserrat SemiBold" panose="00000700000000000000" pitchFamily="2" charset="0"/>
                </a:rPr>
                <a:t> &amp; </a:t>
              </a:r>
              <a:r>
                <a:rPr lang="es-ES" sz="800" dirty="0" err="1">
                  <a:latin typeface="Montserrat SemiBold" panose="00000700000000000000" pitchFamily="2" charset="0"/>
                </a:rPr>
                <a:t>Reports</a:t>
              </a:r>
              <a:endParaRPr lang="es-ES" sz="800" dirty="0">
                <a:latin typeface="Montserrat SemiBold" panose="00000700000000000000" pitchFamily="2" charset="0"/>
              </a:endParaRPr>
            </a:p>
          </p:txBody>
        </p:sp>
        <p:pic>
          <p:nvPicPr>
            <p:cNvPr id="9" name="Imagen 8" descr="Forma&#10;&#10;El contenido generado por IA puede ser incorrecto.">
              <a:extLst>
                <a:ext uri="{FF2B5EF4-FFF2-40B4-BE49-F238E27FC236}">
                  <a16:creationId xmlns:a16="http://schemas.microsoft.com/office/drawing/2014/main" id="{D8407371-5D24-E0F0-03E3-43C8560E0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9765" y="3390849"/>
              <a:ext cx="358395" cy="358395"/>
            </a:xfrm>
            <a:prstGeom prst="rect">
              <a:avLst/>
            </a:prstGeom>
          </p:spPr>
        </p:pic>
      </p:grp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9EADD2AE-6D6E-BFB8-1FAD-A10E4B646BD0}"/>
              </a:ext>
            </a:extLst>
          </p:cNvPr>
          <p:cNvCxnSpPr>
            <a:stCxn id="6" idx="3"/>
            <a:endCxn id="25" idx="1"/>
          </p:cNvCxnSpPr>
          <p:nvPr/>
        </p:nvCxnSpPr>
        <p:spPr>
          <a:xfrm>
            <a:off x="1765770" y="4295559"/>
            <a:ext cx="1204423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36B53BC2-8BF5-F18A-60B0-E616A074DCAA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 flipV="1">
            <a:off x="3978305" y="3590946"/>
            <a:ext cx="1111281" cy="704613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1DDEA0C3-1247-F9AB-E6D1-BCF9EDE1DCEB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>
            <a:off x="3978305" y="4295559"/>
            <a:ext cx="1114500" cy="733085"/>
          </a:xfrm>
          <a:prstGeom prst="bent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64D7D21B-5289-A30C-9374-3C3D0D70CE88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>
            <a:off x="6100917" y="5028644"/>
            <a:ext cx="1209578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upo 55">
            <a:extLst>
              <a:ext uri="{FF2B5EF4-FFF2-40B4-BE49-F238E27FC236}">
                <a16:creationId xmlns:a16="http://schemas.microsoft.com/office/drawing/2014/main" id="{5AA02F55-E0A7-9359-FE07-C0548D610EF3}"/>
              </a:ext>
            </a:extLst>
          </p:cNvPr>
          <p:cNvGrpSpPr/>
          <p:nvPr/>
        </p:nvGrpSpPr>
        <p:grpSpPr>
          <a:xfrm>
            <a:off x="1968489" y="4493055"/>
            <a:ext cx="864096" cy="394096"/>
            <a:chOff x="2666690" y="2261605"/>
            <a:chExt cx="864096" cy="394096"/>
          </a:xfrm>
        </p:grpSpPr>
        <p:sp>
          <p:nvSpPr>
            <p:cNvPr id="54" name="Rectángulo: esquinas redondeadas 53">
              <a:extLst>
                <a:ext uri="{FF2B5EF4-FFF2-40B4-BE49-F238E27FC236}">
                  <a16:creationId xmlns:a16="http://schemas.microsoft.com/office/drawing/2014/main" id="{CFD0928E-230C-12CA-2B26-F71E450023D3}"/>
                </a:ext>
              </a:extLst>
            </p:cNvPr>
            <p:cNvSpPr/>
            <p:nvPr/>
          </p:nvSpPr>
          <p:spPr>
            <a:xfrm>
              <a:off x="2667061" y="2284418"/>
              <a:ext cx="785542" cy="371283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53" name="Imagen 52" descr="Icono&#10;&#10;El contenido generado por IA puede ser incorrecto.">
              <a:extLst>
                <a:ext uri="{FF2B5EF4-FFF2-40B4-BE49-F238E27FC236}">
                  <a16:creationId xmlns:a16="http://schemas.microsoft.com/office/drawing/2014/main" id="{BC61233E-563E-C374-65C7-8BC44C6EE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7438" y="2261605"/>
              <a:ext cx="244789" cy="244789"/>
            </a:xfrm>
            <a:prstGeom prst="rect">
              <a:avLst/>
            </a:prstGeom>
          </p:spPr>
        </p:pic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3D60935A-8853-AD93-DA8F-5A516B30CF28}"/>
                </a:ext>
              </a:extLst>
            </p:cNvPr>
            <p:cNvSpPr txBox="1"/>
            <p:nvPr/>
          </p:nvSpPr>
          <p:spPr>
            <a:xfrm>
              <a:off x="2666690" y="2470059"/>
              <a:ext cx="864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00" dirty="0">
                  <a:solidFill>
                    <a:schemeClr val="bg1"/>
                  </a:solidFill>
                  <a:latin typeface="Montserrat SemiBold" panose="00000700000000000000" pitchFamily="2" charset="0"/>
                </a:rPr>
                <a:t>Data Engineer</a:t>
              </a:r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61FEDD2A-D516-6EDE-5DAF-9EC1197B05E3}"/>
              </a:ext>
            </a:extLst>
          </p:cNvPr>
          <p:cNvGrpSpPr/>
          <p:nvPr/>
        </p:nvGrpSpPr>
        <p:grpSpPr>
          <a:xfrm>
            <a:off x="3904681" y="3072748"/>
            <a:ext cx="876734" cy="403437"/>
            <a:chOff x="2667061" y="2255255"/>
            <a:chExt cx="876734" cy="403437"/>
          </a:xfrm>
        </p:grpSpPr>
        <p:sp>
          <p:nvSpPr>
            <p:cNvPr id="58" name="Rectángulo: esquinas redondeadas 57">
              <a:extLst>
                <a:ext uri="{FF2B5EF4-FFF2-40B4-BE49-F238E27FC236}">
                  <a16:creationId xmlns:a16="http://schemas.microsoft.com/office/drawing/2014/main" id="{879AC7A4-0A99-A482-096A-62D02AF3C118}"/>
                </a:ext>
              </a:extLst>
            </p:cNvPr>
            <p:cNvSpPr/>
            <p:nvPr/>
          </p:nvSpPr>
          <p:spPr>
            <a:xfrm>
              <a:off x="2667061" y="2284418"/>
              <a:ext cx="785542" cy="371283"/>
            </a:xfrm>
            <a:prstGeom prst="round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59" name="Imagen 58" descr="Icono&#10;&#10;El contenido generado por IA puede ser incorrecto.">
              <a:extLst>
                <a:ext uri="{FF2B5EF4-FFF2-40B4-BE49-F238E27FC236}">
                  <a16:creationId xmlns:a16="http://schemas.microsoft.com/office/drawing/2014/main" id="{4ACF45A8-F418-0B33-4563-FB60DB732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7438" y="2255255"/>
              <a:ext cx="244789" cy="244789"/>
            </a:xfrm>
            <a:prstGeom prst="rect">
              <a:avLst/>
            </a:prstGeom>
          </p:spPr>
        </p:pic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D1FB5DC7-0875-99AB-71EB-8D52A26A44E2}"/>
                </a:ext>
              </a:extLst>
            </p:cNvPr>
            <p:cNvSpPr txBox="1"/>
            <p:nvPr/>
          </p:nvSpPr>
          <p:spPr>
            <a:xfrm>
              <a:off x="2679699" y="2474026"/>
              <a:ext cx="864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00" dirty="0">
                  <a:solidFill>
                    <a:schemeClr val="bg1"/>
                  </a:solidFill>
                  <a:latin typeface="Montserrat SemiBold" panose="00000700000000000000" pitchFamily="2" charset="0"/>
                </a:rPr>
                <a:t>Data Analyst</a:t>
              </a:r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6A7ADE25-8EFB-E9CB-EF7B-198036A6C89E}"/>
              </a:ext>
            </a:extLst>
          </p:cNvPr>
          <p:cNvGrpSpPr/>
          <p:nvPr/>
        </p:nvGrpSpPr>
        <p:grpSpPr>
          <a:xfrm>
            <a:off x="3898331" y="5261282"/>
            <a:ext cx="870446" cy="400446"/>
            <a:chOff x="2667061" y="2255255"/>
            <a:chExt cx="870446" cy="400446"/>
          </a:xfrm>
        </p:grpSpPr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21D0F557-2185-98E6-B404-4F9F80E17361}"/>
                </a:ext>
              </a:extLst>
            </p:cNvPr>
            <p:cNvSpPr/>
            <p:nvPr/>
          </p:nvSpPr>
          <p:spPr>
            <a:xfrm>
              <a:off x="2667061" y="2284418"/>
              <a:ext cx="785542" cy="371283"/>
            </a:xfrm>
            <a:prstGeom prst="roundRect">
              <a:avLst/>
            </a:prstGeom>
            <a:solidFill>
              <a:srgbClr val="252EDB"/>
            </a:solidFill>
            <a:ln>
              <a:solidFill>
                <a:srgbClr val="252EDB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63" name="Imagen 62" descr="Icono&#10;&#10;El contenido generado por IA puede ser incorrecto.">
              <a:extLst>
                <a:ext uri="{FF2B5EF4-FFF2-40B4-BE49-F238E27FC236}">
                  <a16:creationId xmlns:a16="http://schemas.microsoft.com/office/drawing/2014/main" id="{8ADFDE1F-10C5-E1A6-B4AD-2EBA0B606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7438" y="2255255"/>
              <a:ext cx="244789" cy="244789"/>
            </a:xfrm>
            <a:prstGeom prst="rect">
              <a:avLst/>
            </a:prstGeom>
          </p:spPr>
        </p:pic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9FF70324-EC57-E328-AEE1-3C7FAEB5B7CB}"/>
                </a:ext>
              </a:extLst>
            </p:cNvPr>
            <p:cNvSpPr txBox="1"/>
            <p:nvPr/>
          </p:nvSpPr>
          <p:spPr>
            <a:xfrm>
              <a:off x="2673411" y="2471035"/>
              <a:ext cx="864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00" dirty="0">
                  <a:solidFill>
                    <a:schemeClr val="bg1"/>
                  </a:solidFill>
                  <a:latin typeface="Montserrat SemiBold" panose="00000700000000000000" pitchFamily="2" charset="0"/>
                </a:rPr>
                <a:t>Data </a:t>
              </a:r>
              <a:r>
                <a:rPr lang="es-ES" sz="600" dirty="0" err="1">
                  <a:solidFill>
                    <a:schemeClr val="bg1"/>
                  </a:solidFill>
                  <a:latin typeface="Montserrat SemiBold" panose="00000700000000000000" pitchFamily="2" charset="0"/>
                </a:rPr>
                <a:t>Scientist</a:t>
              </a:r>
              <a:endParaRPr lang="es-ES" sz="600" dirty="0">
                <a:solidFill>
                  <a:schemeClr val="bg1"/>
                </a:solidFill>
                <a:latin typeface="Montserrat SemiBold" panose="00000700000000000000" pitchFamily="2" charset="0"/>
              </a:endParaRPr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5CC0814D-7277-B7BA-EDBE-D37B2AE4336C}"/>
              </a:ext>
            </a:extLst>
          </p:cNvPr>
          <p:cNvGrpSpPr/>
          <p:nvPr/>
        </p:nvGrpSpPr>
        <p:grpSpPr>
          <a:xfrm>
            <a:off x="6306585" y="5275302"/>
            <a:ext cx="880018" cy="395905"/>
            <a:chOff x="2667061" y="2269275"/>
            <a:chExt cx="880018" cy="395905"/>
          </a:xfrm>
        </p:grpSpPr>
        <p:sp>
          <p:nvSpPr>
            <p:cNvPr id="66" name="Rectángulo: esquinas redondeadas 65">
              <a:extLst>
                <a:ext uri="{FF2B5EF4-FFF2-40B4-BE49-F238E27FC236}">
                  <a16:creationId xmlns:a16="http://schemas.microsoft.com/office/drawing/2014/main" id="{F599F26B-36E9-13C4-A2A1-C9E1D1A26EFF}"/>
                </a:ext>
              </a:extLst>
            </p:cNvPr>
            <p:cNvSpPr/>
            <p:nvPr/>
          </p:nvSpPr>
          <p:spPr>
            <a:xfrm>
              <a:off x="2667061" y="2284418"/>
              <a:ext cx="785542" cy="371283"/>
            </a:xfrm>
            <a:prstGeom prst="roundRect">
              <a:avLst/>
            </a:prstGeom>
            <a:solidFill>
              <a:srgbClr val="F98A2F"/>
            </a:solidFill>
            <a:ln>
              <a:solidFill>
                <a:srgbClr val="F98A2F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67" name="Imagen 66" descr="Icono&#10;&#10;El contenido generado por IA puede ser incorrecto.">
              <a:extLst>
                <a:ext uri="{FF2B5EF4-FFF2-40B4-BE49-F238E27FC236}">
                  <a16:creationId xmlns:a16="http://schemas.microsoft.com/office/drawing/2014/main" id="{1B71A055-FE48-ECBC-C5B4-E58CF420F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7438" y="2269275"/>
              <a:ext cx="244789" cy="244789"/>
            </a:xfrm>
            <a:prstGeom prst="rect">
              <a:avLst/>
            </a:prstGeom>
          </p:spPr>
        </p:pic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36CBF976-1839-1164-8516-3554741F2460}"/>
                </a:ext>
              </a:extLst>
            </p:cNvPr>
            <p:cNvSpPr txBox="1"/>
            <p:nvPr/>
          </p:nvSpPr>
          <p:spPr>
            <a:xfrm>
              <a:off x="2682983" y="2480514"/>
              <a:ext cx="86409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00" dirty="0">
                  <a:solidFill>
                    <a:schemeClr val="bg1"/>
                  </a:solidFill>
                  <a:latin typeface="Montserrat SemiBold" panose="00000700000000000000" pitchFamily="2" charset="0"/>
                </a:rPr>
                <a:t>ML Engineer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06A6810B-03EC-5F72-2757-855CEF21C4A7}"/>
              </a:ext>
            </a:extLst>
          </p:cNvPr>
          <p:cNvGrpSpPr/>
          <p:nvPr/>
        </p:nvGrpSpPr>
        <p:grpSpPr>
          <a:xfrm>
            <a:off x="1224218" y="984179"/>
            <a:ext cx="1149827" cy="1009115"/>
            <a:chOff x="7451980" y="1124744"/>
            <a:chExt cx="1149827" cy="1009115"/>
          </a:xfrm>
        </p:grpSpPr>
        <p:sp>
          <p:nvSpPr>
            <p:cNvPr id="82" name="Rectángulo: esquinas redondeadas 81">
              <a:extLst>
                <a:ext uri="{FF2B5EF4-FFF2-40B4-BE49-F238E27FC236}">
                  <a16:creationId xmlns:a16="http://schemas.microsoft.com/office/drawing/2014/main" id="{B53205B6-63C6-0171-4931-CCCCE1CD8A1E}"/>
                </a:ext>
              </a:extLst>
            </p:cNvPr>
            <p:cNvSpPr/>
            <p:nvPr/>
          </p:nvSpPr>
          <p:spPr>
            <a:xfrm>
              <a:off x="7535818" y="1124744"/>
              <a:ext cx="1008112" cy="609005"/>
            </a:xfrm>
            <a:prstGeom prst="roundRect">
              <a:avLst>
                <a:gd name="adj" fmla="val 2502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3" name="Rectángulo: esquinas redondeadas 82">
              <a:extLst>
                <a:ext uri="{FF2B5EF4-FFF2-40B4-BE49-F238E27FC236}">
                  <a16:creationId xmlns:a16="http://schemas.microsoft.com/office/drawing/2014/main" id="{35A3C650-E4DF-2989-4E89-2A77B119273F}"/>
                </a:ext>
              </a:extLst>
            </p:cNvPr>
            <p:cNvSpPr/>
            <p:nvPr/>
          </p:nvSpPr>
          <p:spPr>
            <a:xfrm>
              <a:off x="7533736" y="1733749"/>
              <a:ext cx="1008112" cy="400110"/>
            </a:xfrm>
            <a:prstGeom prst="roundRect">
              <a:avLst>
                <a:gd name="adj" fmla="val 1983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18E4E6E7-6A98-9C11-192F-F17DE875D4E7}"/>
                </a:ext>
              </a:extLst>
            </p:cNvPr>
            <p:cNvSpPr txBox="1"/>
            <p:nvPr/>
          </p:nvSpPr>
          <p:spPr>
            <a:xfrm>
              <a:off x="7451980" y="1725059"/>
              <a:ext cx="11498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 SemiBold" panose="00000700000000000000" pitchFamily="2" charset="0"/>
                </a:rPr>
                <a:t>Metastore</a:t>
              </a:r>
              <a:r>
                <a:rPr lang="es-ES" sz="800" dirty="0">
                  <a:latin typeface="Montserrat SemiBold" panose="00000700000000000000" pitchFamily="2" charset="0"/>
                </a:rPr>
                <a:t> &amp;</a:t>
              </a:r>
            </a:p>
            <a:p>
              <a:pPr algn="ctr"/>
              <a:r>
                <a:rPr lang="es-ES" sz="800" dirty="0">
                  <a:latin typeface="Montserrat SemiBold" panose="00000700000000000000" pitchFamily="2" charset="0"/>
                </a:rPr>
                <a:t>Data </a:t>
              </a:r>
              <a:r>
                <a:rPr lang="es-ES" sz="800" dirty="0" err="1">
                  <a:latin typeface="Montserrat SemiBold" panose="00000700000000000000" pitchFamily="2" charset="0"/>
                </a:rPr>
                <a:t>Governance</a:t>
              </a:r>
              <a:endParaRPr lang="es-ES" sz="800" dirty="0">
                <a:latin typeface="Montserrat SemiBold" panose="00000700000000000000" pitchFamily="2" charset="0"/>
              </a:endParaRPr>
            </a:p>
          </p:txBody>
        </p:sp>
        <p:pic>
          <p:nvPicPr>
            <p:cNvPr id="74" name="Imagen 73">
              <a:extLst>
                <a:ext uri="{FF2B5EF4-FFF2-40B4-BE49-F238E27FC236}">
                  <a16:creationId xmlns:a16="http://schemas.microsoft.com/office/drawing/2014/main" id="{ACF63F36-57A0-551E-32CF-F6CC17542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7281" y="1224924"/>
              <a:ext cx="335825" cy="335825"/>
            </a:xfrm>
            <a:prstGeom prst="rect">
              <a:avLst/>
            </a:prstGeom>
          </p:spPr>
        </p:pic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980A2805-B5D3-CA04-1CB5-0F5407A613E8}"/>
              </a:ext>
            </a:extLst>
          </p:cNvPr>
          <p:cNvGrpSpPr/>
          <p:nvPr/>
        </p:nvGrpSpPr>
        <p:grpSpPr>
          <a:xfrm>
            <a:off x="355304" y="1024288"/>
            <a:ext cx="1008112" cy="431710"/>
            <a:chOff x="2629315" y="2242555"/>
            <a:chExt cx="1008112" cy="431710"/>
          </a:xfrm>
        </p:grpSpPr>
        <p:sp>
          <p:nvSpPr>
            <p:cNvPr id="85" name="Rectángulo: esquinas redondeadas 84">
              <a:extLst>
                <a:ext uri="{FF2B5EF4-FFF2-40B4-BE49-F238E27FC236}">
                  <a16:creationId xmlns:a16="http://schemas.microsoft.com/office/drawing/2014/main" id="{A04210BC-1EF1-8AF7-3EDB-2F07E36AA73D}"/>
                </a:ext>
              </a:extLst>
            </p:cNvPr>
            <p:cNvSpPr/>
            <p:nvPr/>
          </p:nvSpPr>
          <p:spPr>
            <a:xfrm>
              <a:off x="2667061" y="2265854"/>
              <a:ext cx="785542" cy="408411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6" name="Imagen 85" descr="Icono&#10;&#10;El contenido generado por IA puede ser incorrecto.">
              <a:extLst>
                <a:ext uri="{FF2B5EF4-FFF2-40B4-BE49-F238E27FC236}">
                  <a16:creationId xmlns:a16="http://schemas.microsoft.com/office/drawing/2014/main" id="{D59141ED-0ADC-A5FD-0459-B3485A5CB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7438" y="2242555"/>
              <a:ext cx="244789" cy="244789"/>
            </a:xfrm>
            <a:prstGeom prst="rect">
              <a:avLst/>
            </a:prstGeom>
          </p:spPr>
        </p:pic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17A1D39D-BFBF-A4C2-8F9E-EBB773728C5B}"/>
                </a:ext>
              </a:extLst>
            </p:cNvPr>
            <p:cNvSpPr txBox="1"/>
            <p:nvPr/>
          </p:nvSpPr>
          <p:spPr>
            <a:xfrm>
              <a:off x="2629315" y="2479584"/>
              <a:ext cx="100811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00" dirty="0">
                  <a:solidFill>
                    <a:schemeClr val="bg1"/>
                  </a:solidFill>
                  <a:latin typeface="Montserrat SemiBold" panose="00000700000000000000" pitchFamily="2" charset="0"/>
                </a:rPr>
                <a:t>Data </a:t>
              </a:r>
              <a:r>
                <a:rPr lang="es-ES" sz="600" dirty="0" err="1">
                  <a:solidFill>
                    <a:schemeClr val="bg1"/>
                  </a:solidFill>
                  <a:latin typeface="Montserrat SemiBold" panose="00000700000000000000" pitchFamily="2" charset="0"/>
                </a:rPr>
                <a:t>Governance</a:t>
              </a:r>
              <a:endParaRPr lang="es-ES" sz="600" dirty="0">
                <a:solidFill>
                  <a:schemeClr val="bg1"/>
                </a:solidFill>
                <a:latin typeface="Montserrat SemiBold" panose="00000700000000000000" pitchFamily="2" charset="0"/>
              </a:endParaRPr>
            </a:p>
          </p:txBody>
        </p:sp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09F879C7-120A-05E3-6010-3E211FA0A379}"/>
              </a:ext>
            </a:extLst>
          </p:cNvPr>
          <p:cNvGrpSpPr/>
          <p:nvPr/>
        </p:nvGrpSpPr>
        <p:grpSpPr>
          <a:xfrm>
            <a:off x="5652120" y="822401"/>
            <a:ext cx="2957565" cy="1555428"/>
            <a:chOff x="251520" y="968399"/>
            <a:chExt cx="3253321" cy="1882067"/>
          </a:xfrm>
        </p:grpSpPr>
        <p:sp>
          <p:nvSpPr>
            <p:cNvPr id="89" name="Rectángulo: esquinas redondeadas 88">
              <a:extLst>
                <a:ext uri="{FF2B5EF4-FFF2-40B4-BE49-F238E27FC236}">
                  <a16:creationId xmlns:a16="http://schemas.microsoft.com/office/drawing/2014/main" id="{678666DC-3844-DC54-1982-F069233C1DF7}"/>
                </a:ext>
              </a:extLst>
            </p:cNvPr>
            <p:cNvSpPr/>
            <p:nvPr/>
          </p:nvSpPr>
          <p:spPr>
            <a:xfrm>
              <a:off x="251520" y="1015106"/>
              <a:ext cx="3253321" cy="1835360"/>
            </a:xfrm>
            <a:prstGeom prst="roundRect">
              <a:avLst>
                <a:gd name="adj" fmla="val 9683"/>
              </a:avLst>
            </a:prstGeom>
            <a:solidFill>
              <a:schemeClr val="bg2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8" name="Imagen 87" descr="Gráfico, Gráfico radial&#10;&#10;El contenido generado por IA puede ser incorrecto.">
              <a:extLst>
                <a:ext uri="{FF2B5EF4-FFF2-40B4-BE49-F238E27FC236}">
                  <a16:creationId xmlns:a16="http://schemas.microsoft.com/office/drawing/2014/main" id="{BB69522F-EF84-01D1-85A9-353AF7FCA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968" y="1199023"/>
              <a:ext cx="2899122" cy="1609606"/>
            </a:xfrm>
            <a:prstGeom prst="rect">
              <a:avLst/>
            </a:prstGeom>
          </p:spPr>
        </p:pic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22F750F6-819E-C071-EFE4-DF3B29D91CAE}"/>
                </a:ext>
              </a:extLst>
            </p:cNvPr>
            <p:cNvSpPr txBox="1"/>
            <p:nvPr/>
          </p:nvSpPr>
          <p:spPr>
            <a:xfrm>
              <a:off x="825375" y="968399"/>
              <a:ext cx="204630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800" dirty="0" err="1">
                  <a:latin typeface="Montserrat SemiBold" panose="00000700000000000000" pitchFamily="2" charset="0"/>
                </a:rPr>
                <a:t>Skills</a:t>
              </a:r>
              <a:r>
                <a:rPr lang="es-ES" sz="800" dirty="0">
                  <a:latin typeface="Montserrat SemiBold" panose="00000700000000000000" pitchFamily="2" charset="0"/>
                </a:rPr>
                <a:t> per Role</a:t>
              </a:r>
            </a:p>
          </p:txBody>
        </p:sp>
      </p:grpSp>
      <p:sp>
        <p:nvSpPr>
          <p:cNvPr id="92" name="Google Shape;274;g35ee5cc475b_0_15">
            <a:extLst>
              <a:ext uri="{FF2B5EF4-FFF2-40B4-BE49-F238E27FC236}">
                <a16:creationId xmlns:a16="http://schemas.microsoft.com/office/drawing/2014/main" id="{F114FAE8-0A07-FBA2-3093-3B82812A9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954" y="171829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 a la Asignatura 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Data roles </a:t>
            </a:r>
            <a:r>
              <a:rPr lang="es-ES" sz="1800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ecosystem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I</a:t>
            </a:r>
            <a:endParaRPr sz="1800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3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74;g35ee5cc475b_0_15">
            <a:extLst>
              <a:ext uri="{FF2B5EF4-FFF2-40B4-BE49-F238E27FC236}">
                <a16:creationId xmlns:a16="http://schemas.microsoft.com/office/drawing/2014/main" id="{EBFACE54-ADF9-971B-9A90-4369B32873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954" y="171829"/>
            <a:ext cx="6099238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dirty="0">
                <a:latin typeface="Montserrat" panose="00000500000000000000" pitchFamily="2" charset="0"/>
                <a:cs typeface="Mongolian Baiti" panose="03000500000000000000" pitchFamily="66" charset="0"/>
              </a:rPr>
              <a:t>Introducción a la Asignatura 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Data roles </a:t>
            </a:r>
            <a:r>
              <a:rPr lang="es-ES" sz="1800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ecosystem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 II</a:t>
            </a:r>
            <a:endParaRPr sz="1800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96C6884-D14F-F761-5FF8-BD014EC68EFE}"/>
              </a:ext>
            </a:extLst>
          </p:cNvPr>
          <p:cNvGrpSpPr/>
          <p:nvPr/>
        </p:nvGrpSpPr>
        <p:grpSpPr>
          <a:xfrm>
            <a:off x="3235691" y="954801"/>
            <a:ext cx="2672617" cy="1405957"/>
            <a:chOff x="3276108" y="819871"/>
            <a:chExt cx="2672617" cy="1405957"/>
          </a:xfrm>
        </p:grpSpPr>
        <p:sp>
          <p:nvSpPr>
            <p:cNvPr id="33" name="Rectángulo: esquinas redondeadas 32">
              <a:extLst>
                <a:ext uri="{FF2B5EF4-FFF2-40B4-BE49-F238E27FC236}">
                  <a16:creationId xmlns:a16="http://schemas.microsoft.com/office/drawing/2014/main" id="{78C26440-53BC-BB5E-573D-84260A52DC82}"/>
                </a:ext>
              </a:extLst>
            </p:cNvPr>
            <p:cNvSpPr/>
            <p:nvPr/>
          </p:nvSpPr>
          <p:spPr>
            <a:xfrm>
              <a:off x="3276108" y="1374941"/>
              <a:ext cx="2672617" cy="850887"/>
            </a:xfrm>
            <a:prstGeom prst="roundRect">
              <a:avLst>
                <a:gd name="adj" fmla="val 7082"/>
              </a:avLst>
            </a:prstGeom>
            <a:solidFill>
              <a:srgbClr val="FF8585"/>
            </a:solidFill>
            <a:ln>
              <a:solidFill>
                <a:srgbClr val="FF85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872A167D-DB53-D76B-3223-D71087001764}"/>
                </a:ext>
              </a:extLst>
            </p:cNvPr>
            <p:cNvGrpSpPr/>
            <p:nvPr/>
          </p:nvGrpSpPr>
          <p:grpSpPr>
            <a:xfrm>
              <a:off x="3886735" y="819871"/>
              <a:ext cx="1542656" cy="586294"/>
              <a:chOff x="2667061" y="2255255"/>
              <a:chExt cx="957868" cy="400446"/>
            </a:xfrm>
          </p:grpSpPr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86256961-A369-DEF9-1777-606220CFF64D}"/>
                  </a:ext>
                </a:extLst>
              </p:cNvPr>
              <p:cNvSpPr/>
              <p:nvPr/>
            </p:nvSpPr>
            <p:spPr>
              <a:xfrm>
                <a:off x="2667061" y="2284418"/>
                <a:ext cx="785542" cy="371283"/>
              </a:xfrm>
              <a:prstGeom prst="round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11" name="Imagen 10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20246971-962A-E19A-621B-8306E829AB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37438" y="2255255"/>
                <a:ext cx="244789" cy="244789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38FEC31-4E50-AC18-F67A-95C43FFB45D7}"/>
                  </a:ext>
                </a:extLst>
              </p:cNvPr>
              <p:cNvSpPr txBox="1"/>
              <p:nvPr/>
            </p:nvSpPr>
            <p:spPr>
              <a:xfrm>
                <a:off x="2760833" y="2479667"/>
                <a:ext cx="864096" cy="157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900" dirty="0">
                    <a:solidFill>
                      <a:schemeClr val="bg1"/>
                    </a:solidFill>
                    <a:latin typeface="Montserrat SemiBold" panose="00000700000000000000" pitchFamily="2" charset="0"/>
                  </a:rPr>
                  <a:t>Data Analyst</a:t>
                </a:r>
              </a:p>
            </p:txBody>
          </p:sp>
        </p:grpSp>
        <p:sp>
          <p:nvSpPr>
            <p:cNvPr id="26" name="Rectangle 1">
              <a:extLst>
                <a:ext uri="{FF2B5EF4-FFF2-40B4-BE49-F238E27FC236}">
                  <a16:creationId xmlns:a16="http://schemas.microsoft.com/office/drawing/2014/main" id="{DADD4BE2-AFB2-4955-8774-B1D592097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459" y="1463038"/>
              <a:ext cx="2343911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Business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Intelligence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Analyst (BI Analyst)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Reporting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Analyst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Analytics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Analyst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Product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Analyst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 Business Analyst (data-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focused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)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44789E68-2571-84B0-D4C6-A02B6362B1EA}"/>
              </a:ext>
            </a:extLst>
          </p:cNvPr>
          <p:cNvGrpSpPr/>
          <p:nvPr/>
        </p:nvGrpSpPr>
        <p:grpSpPr>
          <a:xfrm>
            <a:off x="163372" y="2327672"/>
            <a:ext cx="2672617" cy="1398779"/>
            <a:chOff x="850030" y="2235452"/>
            <a:chExt cx="2672617" cy="1398779"/>
          </a:xfrm>
        </p:grpSpPr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D5A4A189-465F-2BD9-9C37-3507D9295E70}"/>
                </a:ext>
              </a:extLst>
            </p:cNvPr>
            <p:cNvSpPr/>
            <p:nvPr/>
          </p:nvSpPr>
          <p:spPr>
            <a:xfrm>
              <a:off x="850030" y="2783344"/>
              <a:ext cx="2672617" cy="850887"/>
            </a:xfrm>
            <a:prstGeom prst="roundRect">
              <a:avLst>
                <a:gd name="adj" fmla="val 7082"/>
              </a:avLst>
            </a:prstGeom>
            <a:solidFill>
              <a:srgbClr val="D4E8C6"/>
            </a:solidFill>
            <a:ln>
              <a:solidFill>
                <a:srgbClr val="D4E8C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DC11FC39-7199-69F8-163C-734531F3372F}"/>
                </a:ext>
              </a:extLst>
            </p:cNvPr>
            <p:cNvGrpSpPr/>
            <p:nvPr/>
          </p:nvGrpSpPr>
          <p:grpSpPr>
            <a:xfrm>
              <a:off x="1553777" y="2235452"/>
              <a:ext cx="1265124" cy="576997"/>
              <a:chOff x="2667061" y="2261605"/>
              <a:chExt cx="785542" cy="394096"/>
            </a:xfrm>
          </p:grpSpPr>
          <p:sp>
            <p:nvSpPr>
              <p:cNvPr id="6" name="Rectángulo: esquinas redondeadas 5">
                <a:extLst>
                  <a:ext uri="{FF2B5EF4-FFF2-40B4-BE49-F238E27FC236}">
                    <a16:creationId xmlns:a16="http://schemas.microsoft.com/office/drawing/2014/main" id="{07ED85F2-3D22-8CBE-3B04-DD72855E9627}"/>
                  </a:ext>
                </a:extLst>
              </p:cNvPr>
              <p:cNvSpPr/>
              <p:nvPr/>
            </p:nvSpPr>
            <p:spPr>
              <a:xfrm>
                <a:off x="2667061" y="2284418"/>
                <a:ext cx="785542" cy="371283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7" name="Imagen 6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583812A3-A87E-C16F-0366-7A2427C877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37438" y="2261605"/>
                <a:ext cx="244789" cy="244789"/>
              </a:xfrm>
              <a:prstGeom prst="rect">
                <a:avLst/>
              </a:prstGeom>
            </p:spPr>
          </p:pic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7E190F4-E039-5A4C-E776-DEF82FB8BDED}"/>
                  </a:ext>
                </a:extLst>
              </p:cNvPr>
              <p:cNvSpPr txBox="1"/>
              <p:nvPr/>
            </p:nvSpPr>
            <p:spPr>
              <a:xfrm>
                <a:off x="2725506" y="2482944"/>
                <a:ext cx="681205" cy="157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900" dirty="0">
                    <a:solidFill>
                      <a:schemeClr val="bg1"/>
                    </a:solidFill>
                    <a:latin typeface="Montserrat SemiBold" panose="00000700000000000000" pitchFamily="2" charset="0"/>
                  </a:rPr>
                  <a:t>Data Engineer</a:t>
                </a:r>
              </a:p>
            </p:txBody>
          </p:sp>
        </p:grpSp>
        <p:sp>
          <p:nvSpPr>
            <p:cNvPr id="27" name="Rectangle 2">
              <a:extLst>
                <a:ext uri="{FF2B5EF4-FFF2-40B4-BE49-F238E27FC236}">
                  <a16:creationId xmlns:a16="http://schemas.microsoft.com/office/drawing/2014/main" id="{F8C17E99-A0C1-97B9-5862-EC475812D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1681" y="2877912"/>
              <a:ext cx="1869349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Analytics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Engineer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BI Engineer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Data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Platform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Engineer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Cloud Data Engineer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ETL / ELT Engineer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0A85BB33-CB31-BA8D-426D-48752AB03BB1}"/>
              </a:ext>
            </a:extLst>
          </p:cNvPr>
          <p:cNvGrpSpPr/>
          <p:nvPr/>
        </p:nvGrpSpPr>
        <p:grpSpPr>
          <a:xfrm>
            <a:off x="1507501" y="4147600"/>
            <a:ext cx="2672617" cy="1343511"/>
            <a:chOff x="929402" y="4024624"/>
            <a:chExt cx="2672617" cy="1343511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CB2CF86D-18C5-455D-F7CE-3D0B552F2792}"/>
                </a:ext>
              </a:extLst>
            </p:cNvPr>
            <p:cNvSpPr/>
            <p:nvPr/>
          </p:nvSpPr>
          <p:spPr>
            <a:xfrm>
              <a:off x="929402" y="4517248"/>
              <a:ext cx="2672617" cy="850887"/>
            </a:xfrm>
            <a:prstGeom prst="roundRect">
              <a:avLst>
                <a:gd name="adj" fmla="val 7082"/>
              </a:avLst>
            </a:prstGeom>
            <a:solidFill>
              <a:srgbClr val="ADB0F1"/>
            </a:solidFill>
            <a:ln>
              <a:solidFill>
                <a:srgbClr val="ADB0F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4FAD6628-8EE2-686C-78C0-00545AEAD8D0}"/>
                </a:ext>
              </a:extLst>
            </p:cNvPr>
            <p:cNvGrpSpPr/>
            <p:nvPr/>
          </p:nvGrpSpPr>
          <p:grpSpPr>
            <a:xfrm>
              <a:off x="1553777" y="4024624"/>
              <a:ext cx="1482845" cy="586293"/>
              <a:chOff x="2667061" y="2255255"/>
              <a:chExt cx="920730" cy="400446"/>
            </a:xfrm>
          </p:grpSpPr>
          <p:sp>
            <p:nvSpPr>
              <p:cNvPr id="14" name="Rectángulo: esquinas redondeadas 13">
                <a:extLst>
                  <a:ext uri="{FF2B5EF4-FFF2-40B4-BE49-F238E27FC236}">
                    <a16:creationId xmlns:a16="http://schemas.microsoft.com/office/drawing/2014/main" id="{43CF5DF2-AAF6-7813-84A5-E71EE64BBA4E}"/>
                  </a:ext>
                </a:extLst>
              </p:cNvPr>
              <p:cNvSpPr/>
              <p:nvPr/>
            </p:nvSpPr>
            <p:spPr>
              <a:xfrm>
                <a:off x="2667061" y="2284418"/>
                <a:ext cx="785542" cy="371283"/>
              </a:xfrm>
              <a:prstGeom prst="roundRect">
                <a:avLst/>
              </a:prstGeom>
              <a:solidFill>
                <a:srgbClr val="252EDB"/>
              </a:solidFill>
              <a:ln>
                <a:solidFill>
                  <a:srgbClr val="252EDB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pic>
            <p:nvPicPr>
              <p:cNvPr id="15" name="Imagen 14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F664E2DF-5EAB-ABCA-F8BB-6EB11C019B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37438" y="2255255"/>
                <a:ext cx="244789" cy="244789"/>
              </a:xfrm>
              <a:prstGeom prst="rect">
                <a:avLst/>
              </a:prstGeom>
            </p:spPr>
          </p:pic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738950E1-FFF3-64A6-9C70-076F274EDB2D}"/>
                  </a:ext>
                </a:extLst>
              </p:cNvPr>
              <p:cNvSpPr txBox="1"/>
              <p:nvPr/>
            </p:nvSpPr>
            <p:spPr>
              <a:xfrm>
                <a:off x="2723695" y="2470059"/>
                <a:ext cx="864096" cy="157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900" dirty="0">
                    <a:solidFill>
                      <a:schemeClr val="bg1"/>
                    </a:solidFill>
                    <a:latin typeface="Montserrat SemiBold" panose="00000700000000000000" pitchFamily="2" charset="0"/>
                  </a:rPr>
                  <a:t>Data </a:t>
                </a:r>
                <a:r>
                  <a:rPr lang="es-ES" sz="900" dirty="0" err="1">
                    <a:solidFill>
                      <a:schemeClr val="bg1"/>
                    </a:solidFill>
                    <a:latin typeface="Montserrat SemiBold" panose="00000700000000000000" pitchFamily="2" charset="0"/>
                  </a:rPr>
                  <a:t>Scientist</a:t>
                </a:r>
                <a:endParaRPr lang="es-ES" sz="900" dirty="0">
                  <a:solidFill>
                    <a:schemeClr val="bg1"/>
                  </a:solidFill>
                  <a:latin typeface="Montserrat SemiBold" panose="00000700000000000000" pitchFamily="2" charset="0"/>
                </a:endParaRPr>
              </a:p>
            </p:txBody>
          </p:sp>
        </p:grpSp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00B24ECA-5550-0830-4DE3-F4B1D4F23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1504" y="4640219"/>
              <a:ext cx="1689886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Applied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Data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Scientist</a:t>
              </a:r>
              <a:endParaRPr kumimoji="0" lang="es-ES" altLang="es-ES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Decision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Scientist</a:t>
              </a:r>
              <a:endParaRPr kumimoji="0" lang="es-ES" altLang="es-ES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Advanced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Analytics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Scientist</a:t>
              </a:r>
              <a:endParaRPr kumimoji="0" lang="es-ES" altLang="es-ES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Quantitative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Analyst (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Quant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Research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Data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Scientist</a:t>
              </a:r>
              <a:endParaRPr kumimoji="0" lang="es-ES" altLang="es-ES" sz="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ontserrat" panose="00000500000000000000" pitchFamily="2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5D09AD6F-F0A9-BEBF-085B-91EDE7119B2D}"/>
              </a:ext>
            </a:extLst>
          </p:cNvPr>
          <p:cNvGrpSpPr/>
          <p:nvPr/>
        </p:nvGrpSpPr>
        <p:grpSpPr>
          <a:xfrm>
            <a:off x="4963883" y="4167630"/>
            <a:ext cx="2672617" cy="1343511"/>
            <a:chOff x="5621353" y="4024624"/>
            <a:chExt cx="2672617" cy="1343511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D9C39A2B-7258-5739-180E-51FD9D660CBA}"/>
                </a:ext>
              </a:extLst>
            </p:cNvPr>
            <p:cNvSpPr/>
            <p:nvPr/>
          </p:nvSpPr>
          <p:spPr>
            <a:xfrm>
              <a:off x="5621353" y="4517248"/>
              <a:ext cx="2672617" cy="850887"/>
            </a:xfrm>
            <a:prstGeom prst="roundRect">
              <a:avLst>
                <a:gd name="adj" fmla="val 7082"/>
              </a:avLst>
            </a:prstGeom>
            <a:solidFill>
              <a:srgbClr val="FDC89D"/>
            </a:solidFill>
            <a:ln>
              <a:solidFill>
                <a:srgbClr val="FDC8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36A4427D-5EC2-8122-10AC-1DA8849F6CC0}"/>
                </a:ext>
              </a:extLst>
            </p:cNvPr>
            <p:cNvGrpSpPr/>
            <p:nvPr/>
          </p:nvGrpSpPr>
          <p:grpSpPr>
            <a:xfrm>
              <a:off x="6365910" y="4024624"/>
              <a:ext cx="1585290" cy="565768"/>
              <a:chOff x="2667061" y="2269275"/>
              <a:chExt cx="984341" cy="386426"/>
            </a:xfrm>
          </p:grpSpPr>
          <p:sp>
            <p:nvSpPr>
              <p:cNvPr id="18" name="Rectángulo: esquinas redondeadas 17">
                <a:extLst>
                  <a:ext uri="{FF2B5EF4-FFF2-40B4-BE49-F238E27FC236}">
                    <a16:creationId xmlns:a16="http://schemas.microsoft.com/office/drawing/2014/main" id="{A6DD7DE3-9EFD-B1AD-4F1B-B7B9435C8CB4}"/>
                  </a:ext>
                </a:extLst>
              </p:cNvPr>
              <p:cNvSpPr/>
              <p:nvPr/>
            </p:nvSpPr>
            <p:spPr>
              <a:xfrm>
                <a:off x="2667061" y="2284418"/>
                <a:ext cx="785542" cy="371283"/>
              </a:xfrm>
              <a:prstGeom prst="roundRect">
                <a:avLst/>
              </a:prstGeom>
              <a:solidFill>
                <a:srgbClr val="F98A2F"/>
              </a:solidFill>
              <a:ln>
                <a:solidFill>
                  <a:srgbClr val="F98A2F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pic>
            <p:nvPicPr>
              <p:cNvPr id="19" name="Imagen 18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07FA6B6B-1573-8BC8-1474-684B6C999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37438" y="2269275"/>
                <a:ext cx="244789" cy="244789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5233BA0-5CE8-9E6B-EBE2-36407C9595B2}"/>
                  </a:ext>
                </a:extLst>
              </p:cNvPr>
              <p:cNvSpPr txBox="1"/>
              <p:nvPr/>
            </p:nvSpPr>
            <p:spPr>
              <a:xfrm>
                <a:off x="2787306" y="2475442"/>
                <a:ext cx="864096" cy="157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900" dirty="0">
                    <a:solidFill>
                      <a:schemeClr val="bg1"/>
                    </a:solidFill>
                    <a:latin typeface="Montserrat SemiBold" panose="00000700000000000000" pitchFamily="2" charset="0"/>
                  </a:rPr>
                  <a:t>ML Engineer</a:t>
                </a:r>
              </a:p>
            </p:txBody>
          </p:sp>
        </p:grp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BCC46E93-932D-8E80-1D34-C6575A534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110" y="4640219"/>
              <a:ext cx="2137124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Machine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Learning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Engineer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MLOps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Engineer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Applied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Machine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Learning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Engineer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AI Engineer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ML </a:t>
              </a:r>
              <a:r>
                <a:rPr kumimoji="0" lang="es-ES" altLang="es-ES" sz="8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Platform</a:t>
              </a:r>
              <a:r>
                <a:rPr kumimoji="0" lang="es-ES" altLang="es-ES" sz="8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Montserrat" panose="00000500000000000000" pitchFamily="2" charset="0"/>
                </a:rPr>
                <a:t> Engineer</a:t>
              </a: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04EFB837-93FE-BFF1-F0BF-8A931EE7F260}"/>
              </a:ext>
            </a:extLst>
          </p:cNvPr>
          <p:cNvGrpSpPr/>
          <p:nvPr/>
        </p:nvGrpSpPr>
        <p:grpSpPr>
          <a:xfrm>
            <a:off x="6308011" y="2341476"/>
            <a:ext cx="2672617" cy="1384975"/>
            <a:chOff x="5621353" y="2180382"/>
            <a:chExt cx="2672617" cy="1384975"/>
          </a:xfrm>
        </p:grpSpPr>
        <p:sp>
          <p:nvSpPr>
            <p:cNvPr id="2" name="Rectángulo: esquinas redondeadas 1">
              <a:extLst>
                <a:ext uri="{FF2B5EF4-FFF2-40B4-BE49-F238E27FC236}">
                  <a16:creationId xmlns:a16="http://schemas.microsoft.com/office/drawing/2014/main" id="{A825D89C-C1FB-CBB5-EF36-E6EBB55C3C7B}"/>
                </a:ext>
              </a:extLst>
            </p:cNvPr>
            <p:cNvSpPr/>
            <p:nvPr/>
          </p:nvSpPr>
          <p:spPr>
            <a:xfrm>
              <a:off x="5621353" y="2714470"/>
              <a:ext cx="2672617" cy="850887"/>
            </a:xfrm>
            <a:prstGeom prst="roundRect">
              <a:avLst>
                <a:gd name="adj" fmla="val 7082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3D428C48-0E98-885B-B936-91B443344FFE}"/>
                </a:ext>
              </a:extLst>
            </p:cNvPr>
            <p:cNvGrpSpPr/>
            <p:nvPr/>
          </p:nvGrpSpPr>
          <p:grpSpPr>
            <a:xfrm>
              <a:off x="6228184" y="2180382"/>
              <a:ext cx="1723016" cy="632067"/>
              <a:chOff x="2667061" y="2242555"/>
              <a:chExt cx="1069857" cy="431710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F2563A0E-F7DA-FF7B-2E0F-C8D6722FB3DC}"/>
                  </a:ext>
                </a:extLst>
              </p:cNvPr>
              <p:cNvSpPr/>
              <p:nvPr/>
            </p:nvSpPr>
            <p:spPr>
              <a:xfrm>
                <a:off x="2667061" y="2265854"/>
                <a:ext cx="785542" cy="408411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3" name="Imagen 22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B939962D-D0AE-7471-A360-877CDBAC3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37438" y="2242555"/>
                <a:ext cx="244789" cy="244789"/>
              </a:xfrm>
              <a:prstGeom prst="rect">
                <a:avLst/>
              </a:prstGeom>
            </p:spPr>
          </p:pic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DBCD16BD-33A9-4BC5-A003-DB7865551DEE}"/>
                  </a:ext>
                </a:extLst>
              </p:cNvPr>
              <p:cNvSpPr txBox="1"/>
              <p:nvPr/>
            </p:nvSpPr>
            <p:spPr>
              <a:xfrm>
                <a:off x="2728806" y="2493131"/>
                <a:ext cx="1008112" cy="157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900" dirty="0">
                    <a:solidFill>
                      <a:schemeClr val="bg1"/>
                    </a:solidFill>
                    <a:latin typeface="Montserrat SemiBold" panose="00000700000000000000" pitchFamily="2" charset="0"/>
                  </a:rPr>
                  <a:t>Data </a:t>
                </a:r>
                <a:r>
                  <a:rPr lang="es-ES" sz="900" dirty="0" err="1">
                    <a:solidFill>
                      <a:schemeClr val="bg1"/>
                    </a:solidFill>
                    <a:latin typeface="Montserrat SemiBold" panose="00000700000000000000" pitchFamily="2" charset="0"/>
                  </a:rPr>
                  <a:t>Governance</a:t>
                </a:r>
                <a:endParaRPr lang="es-ES" sz="900" dirty="0">
                  <a:solidFill>
                    <a:schemeClr val="bg1"/>
                  </a:solidFill>
                  <a:latin typeface="Montserrat SemiBold" panose="00000700000000000000" pitchFamily="2" charset="0"/>
                </a:endParaRPr>
              </a:p>
            </p:txBody>
          </p:sp>
        </p:grp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DD178469-2148-0C89-7967-91C33858326C}"/>
                </a:ext>
              </a:extLst>
            </p:cNvPr>
            <p:cNvSpPr txBox="1"/>
            <p:nvPr/>
          </p:nvSpPr>
          <p:spPr>
            <a:xfrm>
              <a:off x="6061468" y="2846614"/>
              <a:ext cx="179238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it-IT" sz="800" dirty="0">
                  <a:latin typeface="Montserrat" panose="00000500000000000000" pitchFamily="2" charset="0"/>
                </a:rPr>
                <a:t>Data Governance Specialist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it-IT" sz="800" dirty="0">
                  <a:latin typeface="Montserrat" panose="00000500000000000000" pitchFamily="2" charset="0"/>
                </a:rPr>
                <a:t>Data Steward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it-IT" sz="800" dirty="0">
                  <a:latin typeface="Montserrat" panose="00000500000000000000" pitchFamily="2" charset="0"/>
                </a:rPr>
                <a:t>Data Management Analyst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it-IT" sz="800" dirty="0">
                  <a:latin typeface="Montserrat" panose="00000500000000000000" pitchFamily="2" charset="0"/>
                </a:rPr>
                <a:t>Metadata / Catalog Manager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it-IT" sz="800" dirty="0">
                  <a:latin typeface="Montserrat" panose="00000500000000000000" pitchFamily="2" charset="0"/>
                </a:rPr>
                <a:t>Enterprise Data Governance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2060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30D9C47-C0B8-5576-6621-2E91145DC431}"/>
              </a:ext>
            </a:extLst>
          </p:cNvPr>
          <p:cNvSpPr txBox="1"/>
          <p:nvPr/>
        </p:nvSpPr>
        <p:spPr>
          <a:xfrm>
            <a:off x="3005826" y="2760676"/>
            <a:ext cx="3132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DATABRICKS FUNDAMENTALES</a:t>
            </a:r>
          </a:p>
        </p:txBody>
      </p:sp>
    </p:spTree>
    <p:extLst>
      <p:ext uri="{BB962C8B-B14F-4D97-AF65-F5344CB8AC3E}">
        <p14:creationId xmlns:p14="http://schemas.microsoft.com/office/powerpoint/2010/main" val="412129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ee5cc475b_0_15"/>
          <p:cNvSpPr txBox="1">
            <a:spLocks noGrp="1"/>
          </p:cNvSpPr>
          <p:nvPr>
            <p:ph type="title"/>
          </p:nvPr>
        </p:nvSpPr>
        <p:spPr>
          <a:xfrm>
            <a:off x="251520" y="404664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dirty="0">
                <a:latin typeface="Montserrat" panose="00000500000000000000" pitchFamily="2" charset="0"/>
                <a:cs typeface="Mongolian Baiti" panose="03000500000000000000" pitchFamily="66" charset="0"/>
              </a:rPr>
              <a:t> Fundamentales 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Los 3 Pilares</a:t>
            </a:r>
            <a:endParaRPr sz="1800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pic>
        <p:nvPicPr>
          <p:cNvPr id="275" name="Google Shape;275;g35ee5cc475b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79" y="1841339"/>
            <a:ext cx="1867099" cy="983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5ee5cc475b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004" y="1700808"/>
            <a:ext cx="1773824" cy="112016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5ee5cc475b_0_15"/>
          <p:cNvSpPr txBox="1"/>
          <p:nvPr/>
        </p:nvSpPr>
        <p:spPr>
          <a:xfrm>
            <a:off x="892141" y="2945206"/>
            <a:ext cx="1701974" cy="1413225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67866">
              <a:buClr>
                <a:srgbClr val="323F4F"/>
              </a:buClr>
              <a:buSzPts val="1100"/>
            </a:pPr>
            <a:endParaRPr sz="1350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5ee5cc475b_0_15"/>
          <p:cNvSpPr txBox="1"/>
          <p:nvPr/>
        </p:nvSpPr>
        <p:spPr>
          <a:xfrm>
            <a:off x="3689643" y="2945207"/>
            <a:ext cx="1704545" cy="1413225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77391">
              <a:buClr>
                <a:srgbClr val="323F4F"/>
              </a:buClr>
              <a:buSzPts val="900"/>
            </a:pP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5ee5cc475b_0_15"/>
          <p:cNvSpPr txBox="1"/>
          <p:nvPr/>
        </p:nvSpPr>
        <p:spPr>
          <a:xfrm>
            <a:off x="6420605" y="2945207"/>
            <a:ext cx="1704546" cy="1413225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ctr" anchorCtr="0">
            <a:noAutofit/>
          </a:bodyPr>
          <a:lstStyle/>
          <a:p>
            <a:pPr marL="77391">
              <a:buClr>
                <a:srgbClr val="323F4F"/>
              </a:buClr>
              <a:buSzPts val="900"/>
            </a:pP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n 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3CCC971E-482A-2A1B-0FE0-BB62991CD4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745" y="1768741"/>
            <a:ext cx="1967361" cy="1107344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FDAEFE47-ECCB-ABAF-0249-FEEC56B7B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652" y="2988826"/>
            <a:ext cx="1761499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Sistema centralizado para gestionar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seguridad, permisos, catalogación y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lineage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datos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entre diferentes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Workspaces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ES" altLang="es-ES" sz="83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Permite gobernanza unificada con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control de acceso a nivel de catálogo, esquema, tabla y columna (incluida datos sensibles/PII)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88A26E5-B339-0582-E61D-2A5F21660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1165" y="2988826"/>
            <a:ext cx="1761499" cy="124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Formato de almacenamiento que añade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ACID, versionado, y esquema evolutivo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sobre archivos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Parquet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ES" altLang="es-ES" sz="83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Permite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travel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upserts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merges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optimizados y data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quality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checks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ideal para pipelines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medallion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D012FB16-5A69-BC0D-42DD-4CE7C0C66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665" y="3013032"/>
            <a:ext cx="1701974" cy="111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Motor distribuido de procesamiento que permite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trabajar en paralelo sobre grandes volúmenes de datos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tanto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batch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como </a:t>
            </a:r>
            <a:r>
              <a:rPr kumimoji="0" lang="es-ES" altLang="es-ES" sz="83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streaming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83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Organiza el trabajo con 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Driver,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Workers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Executors</a:t>
            </a:r>
            <a:r>
              <a:rPr kumimoji="0" lang="es-ES" altLang="es-ES" sz="83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s-ES" altLang="es-ES" sz="83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DAGs</a:t>
            </a:r>
            <a:r>
              <a:rPr kumimoji="0" lang="es-ES" altLang="es-ES" sz="83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g35ee5cc475b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896" y="1577181"/>
            <a:ext cx="3124647" cy="352844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5ee5cc475b_0_40"/>
          <p:cNvSpPr txBox="1"/>
          <p:nvPr/>
        </p:nvSpPr>
        <p:spPr>
          <a:xfrm>
            <a:off x="6804248" y="1916832"/>
            <a:ext cx="1717200" cy="2615175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br>
              <a:rPr lang="es-ES" sz="825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825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825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s-ES" sz="825" b="1" dirty="0" err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sz="750" dirty="0">
              <a:solidFill>
                <a:schemeClr val="dk1"/>
              </a:solidFill>
            </a:endParaRPr>
          </a:p>
          <a:p>
            <a:pPr>
              <a:spcBef>
                <a:spcPts val="900"/>
              </a:spcBef>
            </a:pP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✅Pros: 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Estructura clara y gobernabilidad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Ideal para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 y SQL tradicional</a:t>
            </a:r>
            <a:br>
              <a:rPr lang="es-ES" sz="750" b="1" dirty="0">
                <a:solidFill>
                  <a:schemeClr val="dk1"/>
                </a:solidFill>
              </a:rPr>
            </a:b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r>
              <a:rPr lang="es-ES" sz="7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Difícil manejar datos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estructurados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(audio, video, texto)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No está pensado para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</a:t>
            </a:r>
            <a:r>
              <a:rPr lang="es-ES" sz="75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ni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ciencia de datos</a:t>
            </a:r>
            <a:b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Poco flexible ante grandes volúmenes o variedad de datos</a:t>
            </a: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E500A8F9-EB4F-0D60-AC4D-15F65BFD7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520" y="404664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dirty="0">
                <a:latin typeface="Montserrat" panose="00000500000000000000" pitchFamily="2" charset="0"/>
                <a:cs typeface="Mongolian Baiti" panose="03000500000000000000" pitchFamily="66" charset="0"/>
              </a:rPr>
              <a:t> Fundamentales 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Data </a:t>
            </a:r>
            <a:r>
              <a:rPr lang="es-ES" sz="1800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Warehouse</a:t>
            </a:r>
            <a:endParaRPr sz="1800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ee5cc475b_0_54"/>
          <p:cNvSpPr txBox="1"/>
          <p:nvPr/>
        </p:nvSpPr>
        <p:spPr>
          <a:xfrm>
            <a:off x="6660232" y="2041293"/>
            <a:ext cx="1717200" cy="263565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br>
              <a:rPr lang="es-ES" sz="825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825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825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Lake</a:t>
            </a: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lang="es-ES" sz="75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✅ Pros:</a:t>
            </a:r>
            <a:br>
              <a:rPr lang="es-ES" sz="75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1. Escalable y económico (almacenamiento en bruto)</a:t>
            </a:r>
            <a:br>
              <a:rPr lang="es-ES" sz="75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2. Acepta </a:t>
            </a:r>
            <a:r>
              <a:rPr lang="es-ES" sz="750" b="1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cualquier tipo de datos</a:t>
            </a:r>
            <a:r>
              <a:rPr lang="es-ES" sz="75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 (estructurados o no)</a:t>
            </a:r>
            <a:br>
              <a:rPr lang="es-ES" sz="75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75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r>
              <a:rPr lang="es-ES" sz="7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control de calidad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puede volverse una "ciénaga de datos"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Bajo rendimiento para consultas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Mala integración con herramientas BI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No garantiza integridad ni transacciones</a:t>
            </a: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900"/>
              </a:spcBef>
            </a:pPr>
            <a:endParaRPr sz="82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900"/>
              </a:spcBef>
            </a:pP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g35ee5cc475b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871" y="1506931"/>
            <a:ext cx="3192420" cy="37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74;g35ee5cc475b_0_15">
            <a:extLst>
              <a:ext uri="{FF2B5EF4-FFF2-40B4-BE49-F238E27FC236}">
                <a16:creationId xmlns:a16="http://schemas.microsoft.com/office/drawing/2014/main" id="{E6B59613-6B97-E5B7-2EBF-2827E039B1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520" y="404664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dirty="0">
                <a:latin typeface="Montserrat" panose="00000500000000000000" pitchFamily="2" charset="0"/>
                <a:cs typeface="Mongolian Baiti" panose="03000500000000000000" pitchFamily="66" charset="0"/>
              </a:rPr>
              <a:t> Fundamentales 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Data Lake</a:t>
            </a:r>
            <a:endParaRPr sz="1800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ee5cc475b_0_63"/>
          <p:cNvSpPr txBox="1"/>
          <p:nvPr/>
        </p:nvSpPr>
        <p:spPr>
          <a:xfrm>
            <a:off x="1990125" y="4484081"/>
            <a:ext cx="5163750" cy="608625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75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Lakehouse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la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natural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que: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Une lo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del Data </a:t>
            </a:r>
            <a:r>
              <a:rPr lang="es-ES" sz="75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(gobierno, fiabilidad, rendimiento)</a:t>
            </a:r>
            <a:b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 lo </a:t>
            </a:r>
            <a:r>
              <a:rPr lang="es-ES" sz="7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del Data Lake</a:t>
            </a:r>
            <a:r>
              <a:rPr lang="es-ES" sz="7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(flexibilidad, diversidad, escalabilidad)</a:t>
            </a: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</a:pPr>
            <a:endParaRPr sz="825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35ee5cc475b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579" y="1770470"/>
            <a:ext cx="5394843" cy="22587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8;g35ee5cc475b_0_40">
            <a:extLst>
              <a:ext uri="{FF2B5EF4-FFF2-40B4-BE49-F238E27FC236}">
                <a16:creationId xmlns:a16="http://schemas.microsoft.com/office/drawing/2014/main" id="{705E88E7-B596-8AA5-7EF7-F2FE88D46F7B}"/>
              </a:ext>
            </a:extLst>
          </p:cNvPr>
          <p:cNvSpPr txBox="1"/>
          <p:nvPr/>
        </p:nvSpPr>
        <p:spPr>
          <a:xfrm>
            <a:off x="95400" y="1770470"/>
            <a:ext cx="1519088" cy="2368143"/>
          </a:xfrm>
          <a:prstGeom prst="rect">
            <a:avLst/>
          </a:prstGeom>
          <a:solidFill>
            <a:srgbClr val="156082">
              <a:alpha val="3922"/>
            </a:srgbClr>
          </a:solidFill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/>
          <a:p>
            <a:pPr algn="ctr"/>
            <a:br>
              <a:rPr lang="es-ES" sz="825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825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825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s-ES" sz="825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Warehouse</a:t>
            </a:r>
            <a:endParaRPr sz="75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900"/>
              </a:spcBef>
            </a:pP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Pros: </a:t>
            </a:r>
            <a:b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Estructura clara y gobernabilidad</a:t>
            </a:r>
            <a:b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Ideal para </a:t>
            </a:r>
            <a: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BI y SQL tradicional</a:t>
            </a:r>
            <a:br>
              <a:rPr lang="es-ES" sz="750" b="1" dirty="0">
                <a:solidFill>
                  <a:schemeClr val="bg1">
                    <a:lumMod val="50000"/>
                  </a:schemeClr>
                </a:solidFill>
              </a:rPr>
            </a:br>
            <a:endParaRPr sz="750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es-ES" sz="750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1. Difícil manejar datos </a:t>
            </a:r>
            <a: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 estructurados</a:t>
            </a: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(audio, video, texto)</a:t>
            </a:r>
            <a:b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2. No está pensado para </a:t>
            </a:r>
            <a: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Machine </a:t>
            </a:r>
            <a:r>
              <a:rPr lang="es-ES" sz="750" b="1" dirty="0" err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ni </a:t>
            </a:r>
            <a: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ciencia de datos</a:t>
            </a:r>
            <a:br>
              <a:rPr lang="es-ES" sz="75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75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3. Poco flexible ante grandes volúmenes o variedad de datos</a:t>
            </a:r>
            <a:endParaRPr sz="825" dirty="0">
              <a:solidFill>
                <a:schemeClr val="bg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94;g35ee5cc475b_0_54">
            <a:extLst>
              <a:ext uri="{FF2B5EF4-FFF2-40B4-BE49-F238E27FC236}">
                <a16:creationId xmlns:a16="http://schemas.microsoft.com/office/drawing/2014/main" id="{650D6D0B-7E68-F152-586A-0E30244EC659}"/>
              </a:ext>
            </a:extLst>
          </p:cNvPr>
          <p:cNvSpPr txBox="1"/>
          <p:nvPr/>
        </p:nvSpPr>
        <p:spPr>
          <a:xfrm>
            <a:off x="7529512" y="1770470"/>
            <a:ext cx="1519088" cy="2368143"/>
          </a:xfrm>
          <a:prstGeom prst="rect">
            <a:avLst/>
          </a:prstGeom>
          <a:solidFill>
            <a:srgbClr val="156082">
              <a:alpha val="3922"/>
            </a:srgbClr>
          </a:solidFill>
          <a:ln>
            <a:noFill/>
          </a:ln>
        </p:spPr>
        <p:txBody>
          <a:bodyPr spcFirstLastPara="1" wrap="square" lIns="51431" tIns="25706" rIns="51431" bIns="25706" anchor="t" anchorCtr="0">
            <a:noAutofit/>
          </a:bodyPr>
          <a:lstStyle>
            <a:defPPr>
              <a:defRPr lang="es-ES"/>
            </a:defPPr>
            <a:lvl1pPr algn="ctr">
              <a:defRPr sz="1100" b="1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br>
              <a:rPr lang="es-ES" sz="825" dirty="0">
                <a:sym typeface="Calibri"/>
              </a:rPr>
            </a:br>
            <a:br>
              <a:rPr lang="es-ES" sz="825" dirty="0">
                <a:sym typeface="Calibri"/>
              </a:rPr>
            </a:br>
            <a:r>
              <a:rPr lang="es-ES" sz="825" dirty="0">
                <a:sym typeface="Calibri"/>
              </a:rPr>
              <a:t>Data Lake</a:t>
            </a:r>
            <a:endParaRPr sz="825" dirty="0">
              <a:sym typeface="Calibri"/>
            </a:endParaRPr>
          </a:p>
          <a:p>
            <a:pPr algn="l"/>
            <a:r>
              <a:rPr lang="es-ES" sz="750" b="0" dirty="0">
                <a:sym typeface="Calibri"/>
              </a:rPr>
              <a:t>Pros: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1. Escalable y económico (almacenamiento en bruto)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2. Acepta cualquier tipo de datos (estructurados o no)</a:t>
            </a:r>
            <a:br>
              <a:rPr lang="es-ES" sz="750" b="0" dirty="0">
                <a:sym typeface="Calibri"/>
              </a:rPr>
            </a:br>
            <a:br>
              <a:rPr lang="es-ES" sz="750" b="0" dirty="0">
                <a:sym typeface="Calibri"/>
              </a:rPr>
            </a:br>
            <a:r>
              <a:rPr lang="es-ES" sz="750" b="0" dirty="0" err="1">
                <a:sym typeface="Calibri"/>
              </a:rPr>
              <a:t>Cons</a:t>
            </a:r>
            <a:r>
              <a:rPr lang="es-ES" sz="750" b="0" dirty="0">
                <a:sym typeface="Calibri"/>
              </a:rPr>
              <a:t>: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1. Sin control de calidad → puede volverse una "ciénaga de datos"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2. Bajo rendimiento para consultas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3. Mala integración con herramientas BI</a:t>
            </a:r>
            <a:br>
              <a:rPr lang="es-ES" sz="750" b="0" dirty="0">
                <a:sym typeface="Calibri"/>
              </a:rPr>
            </a:br>
            <a:r>
              <a:rPr lang="es-ES" sz="750" b="0" dirty="0">
                <a:sym typeface="Calibri"/>
              </a:rPr>
              <a:t>4. No garantiza integridad ni transacciones</a:t>
            </a:r>
            <a:endParaRPr sz="750" b="0" dirty="0">
              <a:sym typeface="Calibri"/>
            </a:endParaRPr>
          </a:p>
          <a:p>
            <a:endParaRPr sz="825" dirty="0">
              <a:sym typeface="Calibri"/>
            </a:endParaRPr>
          </a:p>
          <a:p>
            <a:endParaRPr sz="825" dirty="0">
              <a:sym typeface="Calibri"/>
            </a:endParaRPr>
          </a:p>
        </p:txBody>
      </p:sp>
      <p:sp>
        <p:nvSpPr>
          <p:cNvPr id="5" name="Google Shape;274;g35ee5cc475b_0_15">
            <a:extLst>
              <a:ext uri="{FF2B5EF4-FFF2-40B4-BE49-F238E27FC236}">
                <a16:creationId xmlns:a16="http://schemas.microsoft.com/office/drawing/2014/main" id="{8A1D5FB3-2AA1-7509-7E63-3D756BDF3B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520" y="404664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dirty="0">
                <a:latin typeface="Montserrat" panose="00000500000000000000" pitchFamily="2" charset="0"/>
                <a:cs typeface="Mongolian Baiti" panose="03000500000000000000" pitchFamily="66" charset="0"/>
              </a:rPr>
              <a:t> Fundamentales 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Data </a:t>
            </a:r>
            <a:r>
              <a:rPr lang="es-ES" sz="1800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Lakehouse</a:t>
            </a:r>
            <a:endParaRPr sz="1800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D0B5E34-9AB9-E8A5-6237-C2B150B22A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176" y="2268876"/>
            <a:ext cx="435927" cy="435927"/>
          </a:xfrm>
          <a:prstGeom prst="rect">
            <a:avLst/>
          </a:prstGeom>
        </p:spPr>
      </p:pic>
      <p:pic>
        <p:nvPicPr>
          <p:cNvPr id="6" name="Imagen 5" descr="Logotipo&#10;&#10;El contenido generado por IA puede ser incorrecto.">
            <a:extLst>
              <a:ext uri="{FF2B5EF4-FFF2-40B4-BE49-F238E27FC236}">
                <a16:creationId xmlns:a16="http://schemas.microsoft.com/office/drawing/2014/main" id="{711AD3D7-1B33-28AC-AC80-E593C2CAD7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917" y="2252015"/>
            <a:ext cx="436940" cy="436940"/>
          </a:xfrm>
          <a:prstGeom prst="rect">
            <a:avLst/>
          </a:prstGeom>
        </p:spPr>
      </p:pic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612AB3A1-7738-9FEB-32B7-B887A6ECCED3}"/>
              </a:ext>
            </a:extLst>
          </p:cNvPr>
          <p:cNvSpPr txBox="1">
            <a:spLocks/>
          </p:cNvSpPr>
          <p:nvPr/>
        </p:nvSpPr>
        <p:spPr>
          <a:xfrm>
            <a:off x="251520" y="332656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Ecosistema de Datos I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A978DFC-4BEA-EC65-8190-698DC4521637}"/>
              </a:ext>
            </a:extLst>
          </p:cNvPr>
          <p:cNvSpPr/>
          <p:nvPr/>
        </p:nvSpPr>
        <p:spPr>
          <a:xfrm>
            <a:off x="871723" y="3797706"/>
            <a:ext cx="7400554" cy="594066"/>
          </a:xfrm>
          <a:prstGeom prst="rect">
            <a:avLst/>
          </a:prstGeom>
          <a:solidFill>
            <a:schemeClr val="accent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Modern Data </a:t>
            </a:r>
            <a:r>
              <a:rPr lang="es-ES" sz="1200" dirty="0" err="1"/>
              <a:t>Ecosistem</a:t>
            </a:r>
            <a:endParaRPr lang="es-ES" sz="1200" dirty="0"/>
          </a:p>
        </p:txBody>
      </p:sp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3840B801-1509-480E-111C-B6A9F79FD3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823" y="4605789"/>
            <a:ext cx="222146" cy="222146"/>
          </a:xfrm>
          <a:prstGeom prst="rect">
            <a:avLst/>
          </a:prstGeom>
        </p:spPr>
      </p:pic>
      <p:grpSp>
        <p:nvGrpSpPr>
          <p:cNvPr id="71" name="Grupo 70">
            <a:extLst>
              <a:ext uri="{FF2B5EF4-FFF2-40B4-BE49-F238E27FC236}">
                <a16:creationId xmlns:a16="http://schemas.microsoft.com/office/drawing/2014/main" id="{47BCB087-2D2F-4482-8BC2-A11D1EC261A7}"/>
              </a:ext>
            </a:extLst>
          </p:cNvPr>
          <p:cNvGrpSpPr/>
          <p:nvPr/>
        </p:nvGrpSpPr>
        <p:grpSpPr>
          <a:xfrm>
            <a:off x="3422136" y="2609063"/>
            <a:ext cx="975771" cy="1048532"/>
            <a:chOff x="3508914" y="2593951"/>
            <a:chExt cx="975771" cy="1048532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9015EB0-828E-730A-499A-7872BDCEA69B}"/>
                </a:ext>
              </a:extLst>
            </p:cNvPr>
            <p:cNvSpPr/>
            <p:nvPr/>
          </p:nvSpPr>
          <p:spPr>
            <a:xfrm>
              <a:off x="3508914" y="2593951"/>
              <a:ext cx="975771" cy="1048532"/>
            </a:xfrm>
            <a:prstGeom prst="rect">
              <a:avLst/>
            </a:prstGeom>
            <a:solidFill>
              <a:srgbClr val="1E8BB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1200" dirty="0"/>
                <a:t>Business </a:t>
              </a:r>
              <a:r>
                <a:rPr lang="es-ES" sz="1200" dirty="0" err="1"/>
                <a:t>Inteligence</a:t>
              </a:r>
              <a:endParaRPr lang="es-ES" sz="1200" dirty="0"/>
            </a:p>
          </p:txBody>
        </p:sp>
        <p:pic>
          <p:nvPicPr>
            <p:cNvPr id="16" name="Imagen 15" descr="Icono&#10;&#10;El contenido generado por IA puede ser incorrecto.">
              <a:extLst>
                <a:ext uri="{FF2B5EF4-FFF2-40B4-BE49-F238E27FC236}">
                  <a16:creationId xmlns:a16="http://schemas.microsoft.com/office/drawing/2014/main" id="{359678FD-A522-4876-1F5B-6C5D55FA0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7599" y="3273699"/>
              <a:ext cx="222146" cy="222146"/>
            </a:xfrm>
            <a:prstGeom prst="rect">
              <a:avLst/>
            </a:prstGeom>
          </p:spPr>
        </p:pic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9E4E4E07-9AC0-CA1C-B006-68CD9211E5B9}"/>
              </a:ext>
            </a:extLst>
          </p:cNvPr>
          <p:cNvGrpSpPr/>
          <p:nvPr/>
        </p:nvGrpSpPr>
        <p:grpSpPr>
          <a:xfrm>
            <a:off x="4692195" y="2615398"/>
            <a:ext cx="975771" cy="1048532"/>
            <a:chOff x="4659315" y="2593951"/>
            <a:chExt cx="975771" cy="1048532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72DBB17-61AC-F6D1-B719-A4550798006B}"/>
                </a:ext>
              </a:extLst>
            </p:cNvPr>
            <p:cNvSpPr/>
            <p:nvPr/>
          </p:nvSpPr>
          <p:spPr>
            <a:xfrm>
              <a:off x="4659315" y="2593951"/>
              <a:ext cx="975771" cy="1048532"/>
            </a:xfrm>
            <a:prstGeom prst="rect">
              <a:avLst/>
            </a:prstGeom>
            <a:solidFill>
              <a:srgbClr val="1E8BB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1200" dirty="0"/>
                <a:t>Data Cloud Storage</a:t>
              </a:r>
            </a:p>
          </p:txBody>
        </p:sp>
        <p:pic>
          <p:nvPicPr>
            <p:cNvPr id="17" name="Imagen 16" descr="Un dibujo de un perro&#10;&#10;El contenido generado por IA puede ser incorrecto.">
              <a:extLst>
                <a:ext uri="{FF2B5EF4-FFF2-40B4-BE49-F238E27FC236}">
                  <a16:creationId xmlns:a16="http://schemas.microsoft.com/office/drawing/2014/main" id="{A5F04D16-48CB-E1B8-499F-8AE4A121E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6128" y="3269742"/>
              <a:ext cx="222146" cy="222146"/>
            </a:xfrm>
            <a:prstGeom prst="rect">
              <a:avLst/>
            </a:prstGeom>
          </p:spPr>
        </p:pic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22F881EB-CF1C-211F-583F-ECE6296A2AF8}"/>
              </a:ext>
            </a:extLst>
          </p:cNvPr>
          <p:cNvGrpSpPr/>
          <p:nvPr/>
        </p:nvGrpSpPr>
        <p:grpSpPr>
          <a:xfrm>
            <a:off x="2150045" y="2593951"/>
            <a:ext cx="975771" cy="1048532"/>
            <a:chOff x="2358513" y="2593951"/>
            <a:chExt cx="975771" cy="1048532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D86373DF-8914-7F55-771D-6521975C9E0C}"/>
                </a:ext>
              </a:extLst>
            </p:cNvPr>
            <p:cNvSpPr/>
            <p:nvPr/>
          </p:nvSpPr>
          <p:spPr>
            <a:xfrm>
              <a:off x="2358513" y="2593951"/>
              <a:ext cx="975771" cy="1048532"/>
            </a:xfrm>
            <a:prstGeom prst="rect">
              <a:avLst/>
            </a:prstGeom>
            <a:solidFill>
              <a:srgbClr val="1E8BB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1200" dirty="0"/>
                <a:t>Data </a:t>
              </a:r>
              <a:r>
                <a:rPr lang="es-ES" sz="1200" dirty="0" err="1"/>
                <a:t>Warehouse</a:t>
              </a:r>
              <a:endParaRPr lang="es-ES" sz="1200" dirty="0"/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F8B323E-0848-E0DA-9028-AEBAF307A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5326" y="3273700"/>
              <a:ext cx="222146" cy="222146"/>
            </a:xfrm>
            <a:prstGeom prst="rect">
              <a:avLst/>
            </a:prstGeom>
          </p:spPr>
        </p:pic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D17D10AC-5638-491A-D851-D3C1C39612CB}"/>
              </a:ext>
            </a:extLst>
          </p:cNvPr>
          <p:cNvGrpSpPr/>
          <p:nvPr/>
        </p:nvGrpSpPr>
        <p:grpSpPr>
          <a:xfrm>
            <a:off x="873428" y="2589149"/>
            <a:ext cx="975771" cy="1048532"/>
            <a:chOff x="873428" y="2589149"/>
            <a:chExt cx="975771" cy="1048532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049BED28-A6E5-47B9-C807-F8DF4339314B}"/>
                </a:ext>
              </a:extLst>
            </p:cNvPr>
            <p:cNvSpPr/>
            <p:nvPr/>
          </p:nvSpPr>
          <p:spPr>
            <a:xfrm>
              <a:off x="873428" y="2589149"/>
              <a:ext cx="975771" cy="1048532"/>
            </a:xfrm>
            <a:prstGeom prst="rect">
              <a:avLst/>
            </a:prstGeom>
            <a:solidFill>
              <a:srgbClr val="1E8BB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1200" dirty="0" err="1"/>
                <a:t>ETLs</a:t>
              </a:r>
              <a:endParaRPr lang="es-ES" sz="1200" dirty="0"/>
            </a:p>
          </p:txBody>
        </p:sp>
        <p:pic>
          <p:nvPicPr>
            <p:cNvPr id="19" name="Imagen 18" descr="Texto, Icono&#10;&#10;El contenido generado por IA puede ser incorrecto.">
              <a:extLst>
                <a:ext uri="{FF2B5EF4-FFF2-40B4-BE49-F238E27FC236}">
                  <a16:creationId xmlns:a16="http://schemas.microsoft.com/office/drawing/2014/main" id="{94B7F1EC-A970-DCDB-AACB-840A736A7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6178" y="3257791"/>
              <a:ext cx="244361" cy="244361"/>
            </a:xfrm>
            <a:prstGeom prst="rect">
              <a:avLst/>
            </a:prstGeom>
          </p:spPr>
        </p:pic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0D92E9A7-0B2C-BEED-EF9B-DAF9497BDBE2}"/>
              </a:ext>
            </a:extLst>
          </p:cNvPr>
          <p:cNvGrpSpPr/>
          <p:nvPr/>
        </p:nvGrpSpPr>
        <p:grpSpPr>
          <a:xfrm>
            <a:off x="7287290" y="2621140"/>
            <a:ext cx="975771" cy="1048532"/>
            <a:chOff x="7294801" y="2589149"/>
            <a:chExt cx="975771" cy="1048532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F743016-203F-06CC-5B8C-3D160BF64793}"/>
                </a:ext>
              </a:extLst>
            </p:cNvPr>
            <p:cNvSpPr/>
            <p:nvPr/>
          </p:nvSpPr>
          <p:spPr>
            <a:xfrm>
              <a:off x="7294801" y="2589149"/>
              <a:ext cx="975771" cy="1048532"/>
            </a:xfrm>
            <a:prstGeom prst="rect">
              <a:avLst/>
            </a:prstGeom>
            <a:solidFill>
              <a:srgbClr val="1E8BB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1200" dirty="0" err="1"/>
                <a:t>Governance</a:t>
              </a:r>
              <a:endParaRPr lang="es-ES" sz="1200" dirty="0"/>
            </a:p>
          </p:txBody>
        </p:sp>
        <p:pic>
          <p:nvPicPr>
            <p:cNvPr id="20" name="Imagen 19" descr="Icono&#10;&#10;El contenido generado por IA puede ser incorrecto.">
              <a:extLst>
                <a:ext uri="{FF2B5EF4-FFF2-40B4-BE49-F238E27FC236}">
                  <a16:creationId xmlns:a16="http://schemas.microsoft.com/office/drawing/2014/main" id="{6E18887D-44C1-89EE-FA93-73EA11BCF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1614" y="3263213"/>
              <a:ext cx="222146" cy="222146"/>
            </a:xfrm>
            <a:prstGeom prst="rect">
              <a:avLst/>
            </a:prstGeom>
          </p:spPr>
        </p:pic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D665A0F6-2F26-F765-4D63-446C2EF1510C}"/>
              </a:ext>
            </a:extLst>
          </p:cNvPr>
          <p:cNvGrpSpPr/>
          <p:nvPr/>
        </p:nvGrpSpPr>
        <p:grpSpPr>
          <a:xfrm>
            <a:off x="6020371" y="2608660"/>
            <a:ext cx="975771" cy="1048532"/>
            <a:chOff x="6103809" y="2593951"/>
            <a:chExt cx="975771" cy="1048532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62483F07-E308-6B9D-6317-1DFB9FC005C1}"/>
                </a:ext>
              </a:extLst>
            </p:cNvPr>
            <p:cNvSpPr/>
            <p:nvPr/>
          </p:nvSpPr>
          <p:spPr>
            <a:xfrm>
              <a:off x="6103809" y="2593951"/>
              <a:ext cx="975771" cy="1048532"/>
            </a:xfrm>
            <a:prstGeom prst="rect">
              <a:avLst/>
            </a:prstGeom>
            <a:solidFill>
              <a:srgbClr val="1E8BBC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s-ES" sz="1200" dirty="0"/>
                <a:t>IA</a:t>
              </a:r>
            </a:p>
          </p:txBody>
        </p:sp>
        <p:pic>
          <p:nvPicPr>
            <p:cNvPr id="21" name="Imagen 20" descr="Un dibujo de una cara feliz&#10;&#10;El contenido generado por IA puede ser incorrecto.">
              <a:extLst>
                <a:ext uri="{FF2B5EF4-FFF2-40B4-BE49-F238E27FC236}">
                  <a16:creationId xmlns:a16="http://schemas.microsoft.com/office/drawing/2014/main" id="{1F04726F-B0DA-58FA-3481-3B3DF8F64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0622" y="3269742"/>
              <a:ext cx="222146" cy="222146"/>
            </a:xfrm>
            <a:prstGeom prst="rect">
              <a:avLst/>
            </a:prstGeom>
          </p:spPr>
        </p:pic>
      </p:grpSp>
      <p:pic>
        <p:nvPicPr>
          <p:cNvPr id="22" name="Imagen 21" descr="Icono&#10;&#10;El contenido generado por IA puede ser incorrecto.">
            <a:extLst>
              <a:ext uri="{FF2B5EF4-FFF2-40B4-BE49-F238E27FC236}">
                <a16:creationId xmlns:a16="http://schemas.microsoft.com/office/drawing/2014/main" id="{541919F8-785E-D0BB-1560-2ECCCA224E6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592" y="2377135"/>
            <a:ext cx="157760" cy="157760"/>
          </a:xfrm>
          <a:prstGeom prst="rect">
            <a:avLst/>
          </a:prstGeom>
        </p:spPr>
      </p:pic>
      <p:pic>
        <p:nvPicPr>
          <p:cNvPr id="24" name="Imagen 23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CE3AF0A8-74CF-3EC6-7AD1-B096C36CACB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797" y="2368284"/>
            <a:ext cx="158017" cy="158017"/>
          </a:xfrm>
          <a:prstGeom prst="rect">
            <a:avLst/>
          </a:prstGeom>
        </p:spPr>
      </p:pic>
      <p:pic>
        <p:nvPicPr>
          <p:cNvPr id="30" name="Imagen 29" descr="Icono&#10;&#10;El contenido generado por IA puede ser incorrecto.">
            <a:extLst>
              <a:ext uri="{FF2B5EF4-FFF2-40B4-BE49-F238E27FC236}">
                <a16:creationId xmlns:a16="http://schemas.microsoft.com/office/drawing/2014/main" id="{F778D9F9-93D2-60F3-B387-89305B22C80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976" y="2351713"/>
            <a:ext cx="191201" cy="191201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ED640A00-EC3B-6901-9F0A-DBD7B4CB1F8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645" y="2336877"/>
            <a:ext cx="203702" cy="203702"/>
          </a:xfrm>
          <a:prstGeom prst="rect">
            <a:avLst/>
          </a:prstGeom>
        </p:spPr>
      </p:pic>
      <p:pic>
        <p:nvPicPr>
          <p:cNvPr id="40" name="Imagen 39" descr="Icono&#10;&#10;El contenido generado por IA puede ser incorrecto.">
            <a:extLst>
              <a:ext uri="{FF2B5EF4-FFF2-40B4-BE49-F238E27FC236}">
                <a16:creationId xmlns:a16="http://schemas.microsoft.com/office/drawing/2014/main" id="{91904386-4269-D2B2-BCDD-08D3B850603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697" y="2347119"/>
            <a:ext cx="195795" cy="195795"/>
          </a:xfrm>
          <a:prstGeom prst="rect">
            <a:avLst/>
          </a:prstGeom>
        </p:spPr>
      </p:pic>
      <p:pic>
        <p:nvPicPr>
          <p:cNvPr id="42" name="Imagen 41" descr="Icono&#10;&#10;El contenido generado por IA puede ser incorrecto.">
            <a:extLst>
              <a:ext uri="{FF2B5EF4-FFF2-40B4-BE49-F238E27FC236}">
                <a16:creationId xmlns:a16="http://schemas.microsoft.com/office/drawing/2014/main" id="{99878F0A-1C50-A36E-17CE-44D45CAE97D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410" y="2360415"/>
            <a:ext cx="191201" cy="191201"/>
          </a:xfrm>
          <a:prstGeom prst="rect">
            <a:avLst/>
          </a:prstGeom>
        </p:spPr>
      </p:pic>
      <p:pic>
        <p:nvPicPr>
          <p:cNvPr id="58" name="Imagen 57" descr="Icono&#10;&#10;El contenido generado por IA puede ser incorrecto.">
            <a:extLst>
              <a:ext uri="{FF2B5EF4-FFF2-40B4-BE49-F238E27FC236}">
                <a16:creationId xmlns:a16="http://schemas.microsoft.com/office/drawing/2014/main" id="{95BCFFA8-910E-AA37-9CB7-59499A96328C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842" y="2380556"/>
            <a:ext cx="158017" cy="158017"/>
          </a:xfrm>
          <a:prstGeom prst="rect">
            <a:avLst/>
          </a:prstGeom>
        </p:spPr>
      </p:pic>
      <p:pic>
        <p:nvPicPr>
          <p:cNvPr id="60" name="Imagen 59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9E9B7745-E8C1-8C30-B029-FA4D7C2781F2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910" y="2369247"/>
            <a:ext cx="173536" cy="173536"/>
          </a:xfrm>
          <a:prstGeom prst="rect">
            <a:avLst/>
          </a:prstGeom>
        </p:spPr>
      </p:pic>
      <p:pic>
        <p:nvPicPr>
          <p:cNvPr id="62" name="Imagen 61" descr="Icono&#10;&#10;El contenido generado por IA puede ser incorrecto.">
            <a:extLst>
              <a:ext uri="{FF2B5EF4-FFF2-40B4-BE49-F238E27FC236}">
                <a16:creationId xmlns:a16="http://schemas.microsoft.com/office/drawing/2014/main" id="{5D4D3727-4025-D527-0166-E6E11964C26F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047" y="2356873"/>
            <a:ext cx="210321" cy="210321"/>
          </a:xfrm>
          <a:prstGeom prst="rect">
            <a:avLst/>
          </a:prstGeom>
        </p:spPr>
      </p:pic>
      <p:pic>
        <p:nvPicPr>
          <p:cNvPr id="64" name="Imagen 63" descr="Icono&#10;&#10;El contenido generado por IA puede ser incorrecto.">
            <a:extLst>
              <a:ext uri="{FF2B5EF4-FFF2-40B4-BE49-F238E27FC236}">
                <a16:creationId xmlns:a16="http://schemas.microsoft.com/office/drawing/2014/main" id="{DB3E88AD-D537-2802-5CA6-89D50157D036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556" y="2380339"/>
            <a:ext cx="173819" cy="173819"/>
          </a:xfrm>
          <a:prstGeom prst="rect">
            <a:avLst/>
          </a:prstGeom>
        </p:spPr>
      </p:pic>
      <p:pic>
        <p:nvPicPr>
          <p:cNvPr id="66" name="Imagen 65" descr="Icono&#10;&#10;El contenido generado por IA puede ser incorrecto.">
            <a:extLst>
              <a:ext uri="{FF2B5EF4-FFF2-40B4-BE49-F238E27FC236}">
                <a16:creationId xmlns:a16="http://schemas.microsoft.com/office/drawing/2014/main" id="{DF1C3AA8-D2FF-1DBB-AC4D-6C1970EC3D13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347" y="2371804"/>
            <a:ext cx="210321" cy="210321"/>
          </a:xfrm>
          <a:prstGeom prst="rect">
            <a:avLst/>
          </a:prstGeom>
        </p:spPr>
      </p:pic>
      <p:pic>
        <p:nvPicPr>
          <p:cNvPr id="68" name="Imagen 67" descr="Icono&#10;&#10;El contenido generado por IA puede ser incorrecto.">
            <a:extLst>
              <a:ext uri="{FF2B5EF4-FFF2-40B4-BE49-F238E27FC236}">
                <a16:creationId xmlns:a16="http://schemas.microsoft.com/office/drawing/2014/main" id="{CF145ED0-7AD0-48CF-BDF7-7DC2FA786704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295" y="2362620"/>
            <a:ext cx="190890" cy="190890"/>
          </a:xfrm>
          <a:prstGeom prst="rect">
            <a:avLst/>
          </a:prstGeom>
        </p:spPr>
      </p:pic>
      <p:pic>
        <p:nvPicPr>
          <p:cNvPr id="76" name="Imagen 75" descr="Icono&#10;&#10;El contenido generado por IA puede ser incorrecto.">
            <a:extLst>
              <a:ext uri="{FF2B5EF4-FFF2-40B4-BE49-F238E27FC236}">
                <a16:creationId xmlns:a16="http://schemas.microsoft.com/office/drawing/2014/main" id="{533D20FB-D88E-756D-0B2B-59366B76E285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053" y="2368633"/>
            <a:ext cx="164372" cy="16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17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A5821-7FA6-1C08-7231-7A0D54A0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1B86810F-4FFC-265B-B77A-C66140969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196752"/>
            <a:ext cx="4659075" cy="4343723"/>
          </a:xfrm>
        </p:spPr>
      </p:pic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30A44557-057D-D22E-3B48-21C9CEA2EEEE}"/>
              </a:ext>
            </a:extLst>
          </p:cNvPr>
          <p:cNvSpPr txBox="1">
            <a:spLocks/>
          </p:cNvSpPr>
          <p:nvPr/>
        </p:nvSpPr>
        <p:spPr>
          <a:xfrm>
            <a:off x="251520" y="332656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Ecosistema de Datos II</a:t>
            </a:r>
          </a:p>
        </p:txBody>
      </p:sp>
    </p:spTree>
    <p:extLst>
      <p:ext uri="{BB962C8B-B14F-4D97-AF65-F5344CB8AC3E}">
        <p14:creationId xmlns:p14="http://schemas.microsoft.com/office/powerpoint/2010/main" val="1799566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2ED0D-CF44-836B-BD91-A42D2BB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484776B-CB76-91C5-3D5E-E8A973BFA1AD}"/>
              </a:ext>
            </a:extLst>
          </p:cNvPr>
          <p:cNvSpPr txBox="1"/>
          <p:nvPr/>
        </p:nvSpPr>
        <p:spPr>
          <a:xfrm>
            <a:off x="1214767" y="2760676"/>
            <a:ext cx="67144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APERTURA DE CUENTA EN DATABRICKS </a:t>
            </a: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EXPLORACIÓN DEL ENTORNO</a:t>
            </a:r>
          </a:p>
        </p:txBody>
      </p:sp>
    </p:spTree>
    <p:extLst>
      <p:ext uri="{BB962C8B-B14F-4D97-AF65-F5344CB8AC3E}">
        <p14:creationId xmlns:p14="http://schemas.microsoft.com/office/powerpoint/2010/main" val="2609652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AFE31-A139-6E19-2FDB-0F85D40AF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0CFC6BC-4153-2506-8BD4-4ED058EEA9D1}"/>
              </a:ext>
            </a:extLst>
          </p:cNvPr>
          <p:cNvSpPr txBox="1"/>
          <p:nvPr/>
        </p:nvSpPr>
        <p:spPr>
          <a:xfrm>
            <a:off x="3005826" y="2760676"/>
            <a:ext cx="3132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SPARK &amp; ARQUITECTURA UC</a:t>
            </a:r>
          </a:p>
        </p:txBody>
      </p:sp>
    </p:spTree>
    <p:extLst>
      <p:ext uri="{BB962C8B-B14F-4D97-AF65-F5344CB8AC3E}">
        <p14:creationId xmlns:p14="http://schemas.microsoft.com/office/powerpoint/2010/main" val="2185041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C207-B2F5-4757-F34B-26504C75B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965E18E-19E7-F3F4-E29A-2A544AD52D84}"/>
              </a:ext>
            </a:extLst>
          </p:cNvPr>
          <p:cNvGrpSpPr/>
          <p:nvPr/>
        </p:nvGrpSpPr>
        <p:grpSpPr>
          <a:xfrm>
            <a:off x="4644008" y="1772816"/>
            <a:ext cx="3960440" cy="3241721"/>
            <a:chOff x="395001" y="2473527"/>
            <a:chExt cx="3816959" cy="2224149"/>
          </a:xfrm>
        </p:grpSpPr>
        <p:sp>
          <p:nvSpPr>
            <p:cNvPr id="5" name="Google Shape;2204;p106">
              <a:extLst>
                <a:ext uri="{FF2B5EF4-FFF2-40B4-BE49-F238E27FC236}">
                  <a16:creationId xmlns:a16="http://schemas.microsoft.com/office/drawing/2014/main" id="{55D0B4F0-EA46-F99F-06F4-E2AC20B44B2C}"/>
                </a:ext>
              </a:extLst>
            </p:cNvPr>
            <p:cNvSpPr/>
            <p:nvPr/>
          </p:nvSpPr>
          <p:spPr>
            <a:xfrm>
              <a:off x="1909074" y="2473527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B3E1362-6815-9AFB-C3DE-EEE38C37CB60}"/>
                </a:ext>
              </a:extLst>
            </p:cNvPr>
            <p:cNvSpPr txBox="1"/>
            <p:nvPr/>
          </p:nvSpPr>
          <p:spPr>
            <a:xfrm>
              <a:off x="1889154" y="2539961"/>
              <a:ext cx="8640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METASTORE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" name="Google Shape;2204;p106">
              <a:extLst>
                <a:ext uri="{FF2B5EF4-FFF2-40B4-BE49-F238E27FC236}">
                  <a16:creationId xmlns:a16="http://schemas.microsoft.com/office/drawing/2014/main" id="{5411CB6E-3DF9-8A3B-644D-A5364E7F0A4B}"/>
                </a:ext>
              </a:extLst>
            </p:cNvPr>
            <p:cNvSpPr/>
            <p:nvPr/>
          </p:nvSpPr>
          <p:spPr>
            <a:xfrm>
              <a:off x="1909074" y="3017535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D182A5E1-57C4-FA51-EE2F-76F2E3BD50E5}"/>
                </a:ext>
              </a:extLst>
            </p:cNvPr>
            <p:cNvSpPr txBox="1"/>
            <p:nvPr/>
          </p:nvSpPr>
          <p:spPr>
            <a:xfrm>
              <a:off x="1909074" y="3097903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CATALOG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9" name="Google Shape;2204;p106">
              <a:extLst>
                <a:ext uri="{FF2B5EF4-FFF2-40B4-BE49-F238E27FC236}">
                  <a16:creationId xmlns:a16="http://schemas.microsoft.com/office/drawing/2014/main" id="{33820760-7E40-527F-01F7-5B0E6377E939}"/>
                </a:ext>
              </a:extLst>
            </p:cNvPr>
            <p:cNvSpPr/>
            <p:nvPr/>
          </p:nvSpPr>
          <p:spPr>
            <a:xfrm>
              <a:off x="1907169" y="360460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9FB0A2F-D5EB-0B1E-ED34-C0FEC365E6DA}"/>
                </a:ext>
              </a:extLst>
            </p:cNvPr>
            <p:cNvSpPr txBox="1"/>
            <p:nvPr/>
          </p:nvSpPr>
          <p:spPr>
            <a:xfrm>
              <a:off x="1907169" y="3684972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SCHEMA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1" name="Google Shape;2204;p106">
              <a:extLst>
                <a:ext uri="{FF2B5EF4-FFF2-40B4-BE49-F238E27FC236}">
                  <a16:creationId xmlns:a16="http://schemas.microsoft.com/office/drawing/2014/main" id="{4B7AE8BD-16E5-8ADB-71FE-EC8A92813567}"/>
                </a:ext>
              </a:extLst>
            </p:cNvPr>
            <p:cNvSpPr/>
            <p:nvPr/>
          </p:nvSpPr>
          <p:spPr>
            <a:xfrm>
              <a:off x="395001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61E77B5F-AC15-2612-E680-851D8B7D5307}"/>
                </a:ext>
              </a:extLst>
            </p:cNvPr>
            <p:cNvSpPr txBox="1"/>
            <p:nvPr/>
          </p:nvSpPr>
          <p:spPr>
            <a:xfrm>
              <a:off x="395001" y="4429732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TABLE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Google Shape;2204;p106">
              <a:extLst>
                <a:ext uri="{FF2B5EF4-FFF2-40B4-BE49-F238E27FC236}">
                  <a16:creationId xmlns:a16="http://schemas.microsoft.com/office/drawing/2014/main" id="{4121D988-F05F-DEC8-BD59-26352DA06661}"/>
                </a:ext>
              </a:extLst>
            </p:cNvPr>
            <p:cNvSpPr/>
            <p:nvPr/>
          </p:nvSpPr>
          <p:spPr>
            <a:xfrm>
              <a:off x="1403113" y="4349364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337867A-EE55-0D71-A3AB-E0D80C3DBBBE}"/>
                </a:ext>
              </a:extLst>
            </p:cNvPr>
            <p:cNvSpPr txBox="1"/>
            <p:nvPr/>
          </p:nvSpPr>
          <p:spPr>
            <a:xfrm>
              <a:off x="1403113" y="4429732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VIEW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9" name="Google Shape;2204;p106">
              <a:extLst>
                <a:ext uri="{FF2B5EF4-FFF2-40B4-BE49-F238E27FC236}">
                  <a16:creationId xmlns:a16="http://schemas.microsoft.com/office/drawing/2014/main" id="{4E87FAE6-E6EB-7C14-6367-EC2F08D5CEB6}"/>
                </a:ext>
              </a:extLst>
            </p:cNvPr>
            <p:cNvSpPr/>
            <p:nvPr/>
          </p:nvSpPr>
          <p:spPr>
            <a:xfrm>
              <a:off x="2411760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D10C964-35C3-67E8-3E68-5B283A52438B}"/>
                </a:ext>
              </a:extLst>
            </p:cNvPr>
            <p:cNvSpPr txBox="1"/>
            <p:nvPr/>
          </p:nvSpPr>
          <p:spPr>
            <a:xfrm>
              <a:off x="2411760" y="4416106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VOLUME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" name="Google Shape;2204;p106">
              <a:extLst>
                <a:ext uri="{FF2B5EF4-FFF2-40B4-BE49-F238E27FC236}">
                  <a16:creationId xmlns:a16="http://schemas.microsoft.com/office/drawing/2014/main" id="{3FD96C8C-D324-C70F-6CAF-661311CB7A44}"/>
                </a:ext>
              </a:extLst>
            </p:cNvPr>
            <p:cNvSpPr/>
            <p:nvPr/>
          </p:nvSpPr>
          <p:spPr>
            <a:xfrm>
              <a:off x="3419872" y="4335738"/>
              <a:ext cx="792088" cy="348312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91425" tIns="38100" rIns="1097275" bIns="381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2945474-89D3-60DD-1322-2BBCD2006BCB}"/>
                </a:ext>
              </a:extLst>
            </p:cNvPr>
            <p:cNvSpPr txBox="1"/>
            <p:nvPr/>
          </p:nvSpPr>
          <p:spPr>
            <a:xfrm>
              <a:off x="3419872" y="4416106"/>
              <a:ext cx="79208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FUNCTION</a:t>
              </a:r>
              <a:endParaRPr lang="es-ES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B236CB42-297E-E5FC-D9F0-D604E91AB2B1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2305118" y="2821839"/>
              <a:ext cx="0" cy="1956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AB80FBB4-7DFB-E7CE-BE92-8EFC0C37390D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2303213" y="3365847"/>
              <a:ext cx="1905" cy="2387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r 31">
              <a:extLst>
                <a:ext uri="{FF2B5EF4-FFF2-40B4-BE49-F238E27FC236}">
                  <a16:creationId xmlns:a16="http://schemas.microsoft.com/office/drawing/2014/main" id="{637E8983-DD7E-5783-40CC-299B42F5E7FE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rot="5400000">
              <a:off x="1348905" y="3395056"/>
              <a:ext cx="396448" cy="1512168"/>
            </a:xfrm>
            <a:prstGeom prst="bentConnector3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r 32">
              <a:extLst>
                <a:ext uri="{FF2B5EF4-FFF2-40B4-BE49-F238E27FC236}">
                  <a16:creationId xmlns:a16="http://schemas.microsoft.com/office/drawing/2014/main" id="{E4D19E2D-C67B-067B-0A95-B07B380A9864}"/>
                </a:ext>
              </a:extLst>
            </p:cNvPr>
            <p:cNvCxnSpPr>
              <a:cxnSpLocks/>
              <a:stCxn id="9" idx="2"/>
              <a:endCxn id="17" idx="0"/>
            </p:cNvCxnSpPr>
            <p:nvPr/>
          </p:nvCxnSpPr>
          <p:spPr>
            <a:xfrm rot="5400000">
              <a:off x="1852961" y="3899112"/>
              <a:ext cx="396448" cy="50405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: angular 35">
              <a:extLst>
                <a:ext uri="{FF2B5EF4-FFF2-40B4-BE49-F238E27FC236}">
                  <a16:creationId xmlns:a16="http://schemas.microsoft.com/office/drawing/2014/main" id="{13DEE937-FD62-921F-D197-D2F0B56FED9A}"/>
                </a:ext>
              </a:extLst>
            </p:cNvPr>
            <p:cNvCxnSpPr>
              <a:cxnSpLocks/>
              <a:stCxn id="9" idx="2"/>
              <a:endCxn id="19" idx="0"/>
            </p:cNvCxnSpPr>
            <p:nvPr/>
          </p:nvCxnSpPr>
          <p:spPr>
            <a:xfrm rot="16200000" flipH="1">
              <a:off x="2364097" y="3892031"/>
              <a:ext cx="382822" cy="504591"/>
            </a:xfrm>
            <a:prstGeom prst="bentConnector3">
              <a:avLst>
                <a:gd name="adj1" fmla="val 52276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: angular 38">
              <a:extLst>
                <a:ext uri="{FF2B5EF4-FFF2-40B4-BE49-F238E27FC236}">
                  <a16:creationId xmlns:a16="http://schemas.microsoft.com/office/drawing/2014/main" id="{B300E3EE-4B4F-C265-09F8-FAC884CB5EFB}"/>
                </a:ext>
              </a:extLst>
            </p:cNvPr>
            <p:cNvCxnSpPr>
              <a:cxnSpLocks/>
              <a:stCxn id="9" idx="2"/>
              <a:endCxn id="21" idx="0"/>
            </p:cNvCxnSpPr>
            <p:nvPr/>
          </p:nvCxnSpPr>
          <p:spPr>
            <a:xfrm rot="16200000" flipH="1">
              <a:off x="2868153" y="3387975"/>
              <a:ext cx="382822" cy="1512703"/>
            </a:xfrm>
            <a:prstGeom prst="bentConnector3">
              <a:avLst>
                <a:gd name="adj1" fmla="val 51139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Google Shape;303;g35ee5cc475b_0_63">
            <a:extLst>
              <a:ext uri="{FF2B5EF4-FFF2-40B4-BE49-F238E27FC236}">
                <a16:creationId xmlns:a16="http://schemas.microsoft.com/office/drawing/2014/main" id="{11FBCB0C-D18B-6C8F-5A2B-0A526EFB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7369" y="233041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" sz="1800" dirty="0">
                <a:latin typeface="Montserrat" panose="00000500000000000000" pitchFamily="2" charset="0"/>
              </a:rPr>
              <a:t>Arquitectura UC </a:t>
            </a:r>
            <a:r>
              <a:rPr lang="es-ES" sz="1800" dirty="0">
                <a:solidFill>
                  <a:schemeClr val="accent1"/>
                </a:solidFill>
                <a:latin typeface="Montserrat" panose="00000500000000000000" pitchFamily="2" charset="0"/>
              </a:rPr>
              <a:t>| Objetos en UC</a:t>
            </a:r>
            <a:endParaRPr sz="18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Google Shape;2204;p106">
            <a:extLst>
              <a:ext uri="{FF2B5EF4-FFF2-40B4-BE49-F238E27FC236}">
                <a16:creationId xmlns:a16="http://schemas.microsoft.com/office/drawing/2014/main" id="{610DEF20-929A-09E9-8E31-1B77FA2D48F7}"/>
              </a:ext>
            </a:extLst>
          </p:cNvPr>
          <p:cNvSpPr/>
          <p:nvPr/>
        </p:nvSpPr>
        <p:spPr>
          <a:xfrm>
            <a:off x="628650" y="1412776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BE31528-EF3D-AC11-FB7F-26B0FF991974}"/>
              </a:ext>
            </a:extLst>
          </p:cNvPr>
          <p:cNvSpPr txBox="1"/>
          <p:nvPr/>
        </p:nvSpPr>
        <p:spPr>
          <a:xfrm>
            <a:off x="628651" y="1524745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1 — Catálogo </a:t>
            </a:r>
            <a:r>
              <a:rPr lang="es-ES" sz="900" dirty="0">
                <a:latin typeface="Montserrat" panose="00000500000000000000" pitchFamily="2" charset="0"/>
              </a:rPr>
              <a:t>(máximo nivel de organización y gobernanza)Agrupa y aísla los recursos de datos a nivel corporativo. Normalmente refleja unidades organizativas, entornos (</a:t>
            </a:r>
            <a:r>
              <a:rPr lang="es-ES" sz="900" dirty="0" err="1">
                <a:latin typeface="Montserrat" panose="00000500000000000000" pitchFamily="2" charset="0"/>
              </a:rPr>
              <a:t>dev</a:t>
            </a:r>
            <a:r>
              <a:rPr lang="es-ES" sz="900" dirty="0">
                <a:latin typeface="Montserrat" panose="00000500000000000000" pitchFamily="2" charset="0"/>
              </a:rPr>
              <a:t>/test/</a:t>
            </a:r>
            <a:r>
              <a:rPr lang="es-ES" sz="900" dirty="0" err="1">
                <a:latin typeface="Montserrat" panose="00000500000000000000" pitchFamily="2" charset="0"/>
              </a:rPr>
              <a:t>prod</a:t>
            </a:r>
            <a:r>
              <a:rPr lang="es-ES" sz="900" dirty="0">
                <a:latin typeface="Montserrat" panose="00000500000000000000" pitchFamily="2" charset="0"/>
              </a:rPr>
              <a:t>) o dominios globales.</a:t>
            </a:r>
          </a:p>
        </p:txBody>
      </p:sp>
      <p:sp>
        <p:nvSpPr>
          <p:cNvPr id="14" name="Google Shape;2204;p106">
            <a:extLst>
              <a:ext uri="{FF2B5EF4-FFF2-40B4-BE49-F238E27FC236}">
                <a16:creationId xmlns:a16="http://schemas.microsoft.com/office/drawing/2014/main" id="{66CCCBA8-1EEF-7300-5D8B-3FD585DC3AE5}"/>
              </a:ext>
            </a:extLst>
          </p:cNvPr>
          <p:cNvSpPr/>
          <p:nvPr/>
        </p:nvSpPr>
        <p:spPr>
          <a:xfrm>
            <a:off x="642274" y="2679726"/>
            <a:ext cx="3583310" cy="920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2EF5BE7-B6B9-F854-BAC2-429EDF794E67}"/>
              </a:ext>
            </a:extLst>
          </p:cNvPr>
          <p:cNvSpPr txBox="1"/>
          <p:nvPr/>
        </p:nvSpPr>
        <p:spPr>
          <a:xfrm>
            <a:off x="642275" y="2791695"/>
            <a:ext cx="3511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2 — Esquema </a:t>
            </a:r>
            <a:r>
              <a:rPr lang="es-ES" sz="900" dirty="0">
                <a:latin typeface="Montserrat" panose="00000500000000000000" pitchFamily="2" charset="0"/>
              </a:rPr>
              <a:t>(espacio lógico de trabajo por proyecto o equipo) Subdivisión dentro del catálogo para organizar datos por caso de uso, área funcional o equipo de trabajo, aislando su contexto operativo.</a:t>
            </a:r>
          </a:p>
        </p:txBody>
      </p:sp>
      <p:sp>
        <p:nvSpPr>
          <p:cNvPr id="16" name="Google Shape;2204;p106">
            <a:extLst>
              <a:ext uri="{FF2B5EF4-FFF2-40B4-BE49-F238E27FC236}">
                <a16:creationId xmlns:a16="http://schemas.microsoft.com/office/drawing/2014/main" id="{AAB96288-4817-7CD6-7EE5-10C0529EE7CE}"/>
              </a:ext>
            </a:extLst>
          </p:cNvPr>
          <p:cNvSpPr/>
          <p:nvPr/>
        </p:nvSpPr>
        <p:spPr>
          <a:xfrm>
            <a:off x="637369" y="3946676"/>
            <a:ext cx="3583310" cy="15340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38100" rIns="1097275" bIns="38100" anchor="ctr" anchorCtr="0">
            <a:noAutofit/>
          </a:bodyPr>
          <a:lstStyle/>
          <a:p>
            <a:endParaRPr lang="es-ES" sz="800" dirty="0">
              <a:latin typeface="Montserrat" panose="00000500000000000000" pitchFamily="2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998197C-4B42-8E66-1F4D-04077B82EC00}"/>
              </a:ext>
            </a:extLst>
          </p:cNvPr>
          <p:cNvSpPr txBox="1"/>
          <p:nvPr/>
        </p:nvSpPr>
        <p:spPr>
          <a:xfrm>
            <a:off x="708751" y="4064925"/>
            <a:ext cx="351130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>
                <a:latin typeface="Montserrat" panose="00000500000000000000" pitchFamily="2" charset="0"/>
              </a:rPr>
              <a:t>Nivel 3 — Objetos </a:t>
            </a:r>
            <a:r>
              <a:rPr lang="es-ES" sz="900" dirty="0">
                <a:latin typeface="Montserrat" panose="00000500000000000000" pitchFamily="2" charset="0"/>
              </a:rPr>
              <a:t>(donde realmente residen o se consumen los datos)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Elementos concretos dentro del esquema: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Tablas → datos estructurados gestionados por UC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Vistas → consultas reutilizables y gobernadas</a:t>
            </a:r>
          </a:p>
          <a:p>
            <a:r>
              <a:rPr lang="es-ES" sz="900" dirty="0">
                <a:latin typeface="Montserrat" panose="00000500000000000000" pitchFamily="2" charset="0"/>
              </a:rPr>
              <a:t>Volúmenes → archivos crudos o semiestructurados en </a:t>
            </a:r>
            <a:r>
              <a:rPr lang="es-ES" sz="900" dirty="0" err="1">
                <a:latin typeface="Montserrat" panose="00000500000000000000" pitchFamily="2" charset="0"/>
              </a:rPr>
              <a:t>cloud</a:t>
            </a:r>
            <a:r>
              <a:rPr lang="es-ES" sz="900" dirty="0">
                <a:latin typeface="Montserrat" panose="00000500000000000000" pitchFamily="2" charset="0"/>
              </a:rPr>
              <a:t> </a:t>
            </a:r>
            <a:r>
              <a:rPr lang="es-ES" sz="900" dirty="0" err="1">
                <a:latin typeface="Montserrat" panose="00000500000000000000" pitchFamily="2" charset="0"/>
              </a:rPr>
              <a:t>storage</a:t>
            </a:r>
            <a:endParaRPr lang="es-ES" sz="900" dirty="0">
              <a:latin typeface="Montserrat" panose="00000500000000000000" pitchFamily="2" charset="0"/>
            </a:endParaRPr>
          </a:p>
          <a:p>
            <a:r>
              <a:rPr lang="es-ES" sz="900" dirty="0">
                <a:latin typeface="Montserrat" panose="00000500000000000000" pitchFamily="2" charset="0"/>
              </a:rPr>
              <a:t>Funciones → lógica reutilizable para transformar o proteger datos</a:t>
            </a:r>
          </a:p>
        </p:txBody>
      </p:sp>
    </p:spTree>
    <p:extLst>
      <p:ext uri="{BB962C8B-B14F-4D97-AF65-F5344CB8AC3E}">
        <p14:creationId xmlns:p14="http://schemas.microsoft.com/office/powerpoint/2010/main" val="1065100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FC061-6F36-589E-A15B-841A2F45B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4;g35ee5cc475b_0_15">
            <a:extLst>
              <a:ext uri="{FF2B5EF4-FFF2-40B4-BE49-F238E27FC236}">
                <a16:creationId xmlns:a16="http://schemas.microsoft.com/office/drawing/2014/main" id="{01C4D576-6F65-0551-A484-8965FBAAABE2}"/>
              </a:ext>
            </a:extLst>
          </p:cNvPr>
          <p:cNvSpPr txBox="1">
            <a:spLocks/>
          </p:cNvSpPr>
          <p:nvPr/>
        </p:nvSpPr>
        <p:spPr>
          <a:xfrm>
            <a:off x="181768" y="404664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Arquitectura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Nivel Organizativo en </a:t>
            </a:r>
            <a:r>
              <a:rPr lang="es-ES" sz="18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Databricks</a:t>
            </a:r>
            <a:endParaRPr lang="es-ES" sz="18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11D4C1F-9D66-4BDD-EA5B-37285DE357C1}"/>
              </a:ext>
            </a:extLst>
          </p:cNvPr>
          <p:cNvGrpSpPr/>
          <p:nvPr/>
        </p:nvGrpSpPr>
        <p:grpSpPr>
          <a:xfrm>
            <a:off x="1732379" y="2409457"/>
            <a:ext cx="984511" cy="460709"/>
            <a:chOff x="1093846" y="1742337"/>
            <a:chExt cx="1084860" cy="507668"/>
          </a:xfrm>
        </p:grpSpPr>
        <p:sp>
          <p:nvSpPr>
            <p:cNvPr id="8" name="Google Shape;2204;p106">
              <a:extLst>
                <a:ext uri="{FF2B5EF4-FFF2-40B4-BE49-F238E27FC236}">
                  <a16:creationId xmlns:a16="http://schemas.microsoft.com/office/drawing/2014/main" id="{425AFEF2-3BB7-EADC-616B-EF4B5892D5F3}"/>
                </a:ext>
              </a:extLst>
            </p:cNvPr>
            <p:cNvSpPr/>
            <p:nvPr/>
          </p:nvSpPr>
          <p:spPr>
            <a:xfrm>
              <a:off x="1122360" y="1742337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68569" tIns="28575" rIns="822956" bIns="28575" anchor="ctr" anchorCtr="0">
              <a:noAutofit/>
            </a:bodyPr>
            <a:lstStyle/>
            <a:p>
              <a:pPr algn="ctr"/>
              <a:endParaRPr sz="6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6E895565-4B88-B164-D16C-6F3278F44393}"/>
                </a:ext>
              </a:extLst>
            </p:cNvPr>
            <p:cNvSpPr txBox="1"/>
            <p:nvPr/>
          </p:nvSpPr>
          <p:spPr>
            <a:xfrm>
              <a:off x="1093846" y="1839164"/>
              <a:ext cx="1084860" cy="203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ORGANIZATION</a:t>
              </a: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8973D789-A1C3-A20A-30D4-A57733EAF691}"/>
              </a:ext>
            </a:extLst>
          </p:cNvPr>
          <p:cNvGrpSpPr/>
          <p:nvPr/>
        </p:nvGrpSpPr>
        <p:grpSpPr>
          <a:xfrm>
            <a:off x="1732379" y="3548709"/>
            <a:ext cx="984511" cy="460709"/>
            <a:chOff x="1093846" y="2720804"/>
            <a:chExt cx="1084860" cy="507668"/>
          </a:xfrm>
        </p:grpSpPr>
        <p:sp>
          <p:nvSpPr>
            <p:cNvPr id="13" name="Google Shape;2204;p106">
              <a:extLst>
                <a:ext uri="{FF2B5EF4-FFF2-40B4-BE49-F238E27FC236}">
                  <a16:creationId xmlns:a16="http://schemas.microsoft.com/office/drawing/2014/main" id="{FE7D86EA-1852-55BA-83B7-364BE009FDA5}"/>
                </a:ext>
              </a:extLst>
            </p:cNvPr>
            <p:cNvSpPr/>
            <p:nvPr/>
          </p:nvSpPr>
          <p:spPr>
            <a:xfrm>
              <a:off x="1122360" y="2720804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68569" tIns="28575" rIns="822956" bIns="28575" anchor="ctr" anchorCtr="0">
              <a:noAutofit/>
            </a:bodyPr>
            <a:lstStyle/>
            <a:p>
              <a:pPr algn="ctr"/>
              <a:endParaRPr sz="6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BD56C89C-8362-1D44-6764-85461B6DAF3D}"/>
                </a:ext>
              </a:extLst>
            </p:cNvPr>
            <p:cNvSpPr txBox="1"/>
            <p:nvPr/>
          </p:nvSpPr>
          <p:spPr>
            <a:xfrm>
              <a:off x="1093846" y="2817631"/>
              <a:ext cx="1084860" cy="203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ACCOUNT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5AEA847A-4CB4-6D82-2514-8A70EC0067F5}"/>
              </a:ext>
            </a:extLst>
          </p:cNvPr>
          <p:cNvGrpSpPr/>
          <p:nvPr/>
        </p:nvGrpSpPr>
        <p:grpSpPr>
          <a:xfrm>
            <a:off x="3221674" y="3552798"/>
            <a:ext cx="984511" cy="460709"/>
            <a:chOff x="1093846" y="1742337"/>
            <a:chExt cx="1084860" cy="507668"/>
          </a:xfrm>
        </p:grpSpPr>
        <p:sp>
          <p:nvSpPr>
            <p:cNvPr id="17" name="Google Shape;2204;p106">
              <a:extLst>
                <a:ext uri="{FF2B5EF4-FFF2-40B4-BE49-F238E27FC236}">
                  <a16:creationId xmlns:a16="http://schemas.microsoft.com/office/drawing/2014/main" id="{17639A46-1898-683D-DC23-0A07ADA4D8C8}"/>
                </a:ext>
              </a:extLst>
            </p:cNvPr>
            <p:cNvSpPr/>
            <p:nvPr/>
          </p:nvSpPr>
          <p:spPr>
            <a:xfrm>
              <a:off x="1122360" y="1742337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68569" tIns="28575" rIns="822956" bIns="28575" anchor="ctr" anchorCtr="0">
              <a:noAutofit/>
            </a:bodyPr>
            <a:lstStyle/>
            <a:p>
              <a:pPr algn="ctr"/>
              <a:endParaRPr sz="6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E14B21BB-0493-B127-178F-57C0CCEF1A0F}"/>
                </a:ext>
              </a:extLst>
            </p:cNvPr>
            <p:cNvSpPr txBox="1"/>
            <p:nvPr/>
          </p:nvSpPr>
          <p:spPr>
            <a:xfrm>
              <a:off x="1093846" y="1839164"/>
              <a:ext cx="1084860" cy="203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WORKSPACE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0F3F9C1-FFE9-44DD-035B-6A16220A66FB}"/>
              </a:ext>
            </a:extLst>
          </p:cNvPr>
          <p:cNvGrpSpPr/>
          <p:nvPr/>
        </p:nvGrpSpPr>
        <p:grpSpPr>
          <a:xfrm>
            <a:off x="4793013" y="3548708"/>
            <a:ext cx="984511" cy="460709"/>
            <a:chOff x="1093846" y="1742337"/>
            <a:chExt cx="1084860" cy="507668"/>
          </a:xfrm>
        </p:grpSpPr>
        <p:sp>
          <p:nvSpPr>
            <p:cNvPr id="20" name="Google Shape;2204;p106">
              <a:extLst>
                <a:ext uri="{FF2B5EF4-FFF2-40B4-BE49-F238E27FC236}">
                  <a16:creationId xmlns:a16="http://schemas.microsoft.com/office/drawing/2014/main" id="{3F0A4327-5ED6-02EA-FBA2-916E217A7FBF}"/>
                </a:ext>
              </a:extLst>
            </p:cNvPr>
            <p:cNvSpPr/>
            <p:nvPr/>
          </p:nvSpPr>
          <p:spPr>
            <a:xfrm>
              <a:off x="1122360" y="1742337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68569" tIns="28575" rIns="822956" bIns="28575" anchor="ctr" anchorCtr="0">
              <a:noAutofit/>
            </a:bodyPr>
            <a:lstStyle/>
            <a:p>
              <a:pPr algn="ctr"/>
              <a:endParaRPr sz="6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BE5CDD27-D353-2ED2-1A62-3EE6F7814821}"/>
                </a:ext>
              </a:extLst>
            </p:cNvPr>
            <p:cNvSpPr txBox="1"/>
            <p:nvPr/>
          </p:nvSpPr>
          <p:spPr>
            <a:xfrm>
              <a:off x="1093846" y="1839164"/>
              <a:ext cx="1084860" cy="203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89D1C2A6-97DE-5DAF-BE11-AC18860A95B4}"/>
              </a:ext>
            </a:extLst>
          </p:cNvPr>
          <p:cNvGrpSpPr/>
          <p:nvPr/>
        </p:nvGrpSpPr>
        <p:grpSpPr>
          <a:xfrm>
            <a:off x="6342779" y="3548708"/>
            <a:ext cx="984511" cy="460709"/>
            <a:chOff x="1093846" y="1742337"/>
            <a:chExt cx="1084860" cy="507668"/>
          </a:xfrm>
        </p:grpSpPr>
        <p:sp>
          <p:nvSpPr>
            <p:cNvPr id="23" name="Google Shape;2204;p106">
              <a:extLst>
                <a:ext uri="{FF2B5EF4-FFF2-40B4-BE49-F238E27FC236}">
                  <a16:creationId xmlns:a16="http://schemas.microsoft.com/office/drawing/2014/main" id="{F6EB97B9-62AA-7D0E-DE39-D07DC436B716}"/>
                </a:ext>
              </a:extLst>
            </p:cNvPr>
            <p:cNvSpPr/>
            <p:nvPr/>
          </p:nvSpPr>
          <p:spPr>
            <a:xfrm>
              <a:off x="1122360" y="1742337"/>
              <a:ext cx="994454" cy="507668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txBody>
            <a:bodyPr spcFirstLastPara="1" wrap="square" lIns="68569" tIns="28575" rIns="822956" bIns="28575" anchor="ctr" anchorCtr="0">
              <a:noAutofit/>
            </a:bodyPr>
            <a:lstStyle/>
            <a:p>
              <a:pPr algn="ctr"/>
              <a:endParaRPr sz="6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252AAC9B-3343-913F-78F0-1461AF4F1CAD}"/>
                </a:ext>
              </a:extLst>
            </p:cNvPr>
            <p:cNvSpPr txBox="1"/>
            <p:nvPr/>
          </p:nvSpPr>
          <p:spPr>
            <a:xfrm>
              <a:off x="1093846" y="1839164"/>
              <a:ext cx="1084860" cy="2034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JOBS</a:t>
              </a:r>
            </a:p>
          </p:txBody>
        </p:sp>
      </p:grp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ACA4C361-4FE0-DF4C-A3B2-9A4B848F44A1}"/>
              </a:ext>
            </a:extLst>
          </p:cNvPr>
          <p:cNvCxnSpPr>
            <a:stCxn id="8" idx="2"/>
            <a:endCxn id="13" idx="0"/>
          </p:cNvCxnSpPr>
          <p:nvPr/>
        </p:nvCxnSpPr>
        <p:spPr>
          <a:xfrm>
            <a:off x="2209489" y="2870165"/>
            <a:ext cx="0" cy="678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D19108AA-16F3-CCE4-2126-E92CE6A88DC9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2716890" y="3728913"/>
            <a:ext cx="504784" cy="4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90CD886A-CB35-86B1-9473-ABEB58FB999F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4206185" y="3728912"/>
            <a:ext cx="586828" cy="4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5941DDF-90E1-6D51-078E-63ED621DAB9B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5777524" y="3728912"/>
            <a:ext cx="5652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4769BC8-6C82-DCC2-D7AD-E1D38CB81426}"/>
              </a:ext>
            </a:extLst>
          </p:cNvPr>
          <p:cNvSpPr txBox="1"/>
          <p:nvPr/>
        </p:nvSpPr>
        <p:spPr>
          <a:xfrm>
            <a:off x="1423035" y="2967717"/>
            <a:ext cx="90246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75" dirty="0" err="1">
                <a:latin typeface="Montserrat" panose="00000500000000000000" pitchFamily="2" charset="0"/>
              </a:rPr>
              <a:t>One</a:t>
            </a:r>
            <a:r>
              <a:rPr lang="es-ES" sz="675" dirty="0">
                <a:latin typeface="Montserrat" panose="00000500000000000000" pitchFamily="2" charset="0"/>
              </a:rPr>
              <a:t> </a:t>
            </a:r>
            <a:r>
              <a:rPr lang="es-ES" sz="675" dirty="0" err="1">
                <a:latin typeface="Montserrat" panose="00000500000000000000" pitchFamily="2" charset="0"/>
              </a:rPr>
              <a:t>to</a:t>
            </a:r>
            <a:r>
              <a:rPr lang="es-ES" sz="675" dirty="0">
                <a:latin typeface="Montserrat" panose="00000500000000000000" pitchFamily="2" charset="0"/>
              </a:rPr>
              <a:t> </a:t>
            </a:r>
            <a:r>
              <a:rPr lang="es-ES" sz="675" dirty="0" err="1">
                <a:latin typeface="Montserrat" panose="00000500000000000000" pitchFamily="2" charset="0"/>
              </a:rPr>
              <a:t>many</a:t>
            </a:r>
            <a:endParaRPr lang="es-ES" sz="675" dirty="0">
              <a:latin typeface="Montserrat" panose="00000500000000000000" pitchFamily="2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F1F3309-501F-4B0E-FC2A-FC2FC7A75C0A}"/>
              </a:ext>
            </a:extLst>
          </p:cNvPr>
          <p:cNvSpPr txBox="1"/>
          <p:nvPr/>
        </p:nvSpPr>
        <p:spPr>
          <a:xfrm>
            <a:off x="2740650" y="3359580"/>
            <a:ext cx="5543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75" dirty="0" err="1">
                <a:latin typeface="Montserrat" panose="00000500000000000000" pitchFamily="2" charset="0"/>
              </a:rPr>
              <a:t>One</a:t>
            </a:r>
            <a:r>
              <a:rPr lang="es-ES" sz="675" dirty="0">
                <a:latin typeface="Montserrat" panose="00000500000000000000" pitchFamily="2" charset="0"/>
              </a:rPr>
              <a:t> </a:t>
            </a:r>
            <a:r>
              <a:rPr lang="es-ES" sz="675" dirty="0" err="1">
                <a:latin typeface="Montserrat" panose="00000500000000000000" pitchFamily="2" charset="0"/>
              </a:rPr>
              <a:t>to</a:t>
            </a:r>
            <a:r>
              <a:rPr lang="es-ES" sz="675" dirty="0">
                <a:latin typeface="Montserrat" panose="00000500000000000000" pitchFamily="2" charset="0"/>
              </a:rPr>
              <a:t> </a:t>
            </a:r>
            <a:r>
              <a:rPr lang="es-ES" sz="675" dirty="0" err="1">
                <a:latin typeface="Montserrat" panose="00000500000000000000" pitchFamily="2" charset="0"/>
              </a:rPr>
              <a:t>many</a:t>
            </a:r>
            <a:endParaRPr lang="es-ES" sz="675" dirty="0">
              <a:latin typeface="Montserrat" panose="00000500000000000000" pitchFamily="2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0951E3F-2971-4846-774C-FCC921E9780B}"/>
              </a:ext>
            </a:extLst>
          </p:cNvPr>
          <p:cNvSpPr txBox="1"/>
          <p:nvPr/>
        </p:nvSpPr>
        <p:spPr>
          <a:xfrm>
            <a:off x="4225738" y="3359554"/>
            <a:ext cx="5543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75" dirty="0" err="1">
                <a:latin typeface="Montserrat" panose="00000500000000000000" pitchFamily="2" charset="0"/>
              </a:rPr>
              <a:t>One</a:t>
            </a:r>
            <a:r>
              <a:rPr lang="es-ES" sz="675" dirty="0">
                <a:latin typeface="Montserrat" panose="00000500000000000000" pitchFamily="2" charset="0"/>
              </a:rPr>
              <a:t> </a:t>
            </a:r>
            <a:r>
              <a:rPr lang="es-ES" sz="675" dirty="0" err="1">
                <a:latin typeface="Montserrat" panose="00000500000000000000" pitchFamily="2" charset="0"/>
              </a:rPr>
              <a:t>to</a:t>
            </a:r>
            <a:r>
              <a:rPr lang="es-ES" sz="675" dirty="0">
                <a:latin typeface="Montserrat" panose="00000500000000000000" pitchFamily="2" charset="0"/>
              </a:rPr>
              <a:t> </a:t>
            </a:r>
            <a:r>
              <a:rPr lang="es-ES" sz="675" dirty="0" err="1">
                <a:latin typeface="Montserrat" panose="00000500000000000000" pitchFamily="2" charset="0"/>
              </a:rPr>
              <a:t>many</a:t>
            </a:r>
            <a:endParaRPr lang="es-ES" sz="675" dirty="0">
              <a:latin typeface="Montserrat" panose="00000500000000000000" pitchFamily="2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39500B7-38BA-6A78-9F77-111CDC6496E4}"/>
              </a:ext>
            </a:extLst>
          </p:cNvPr>
          <p:cNvSpPr txBox="1"/>
          <p:nvPr/>
        </p:nvSpPr>
        <p:spPr>
          <a:xfrm>
            <a:off x="5819616" y="3359554"/>
            <a:ext cx="5543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75" dirty="0" err="1">
                <a:latin typeface="Montserrat" panose="00000500000000000000" pitchFamily="2" charset="0"/>
              </a:rPr>
              <a:t>One</a:t>
            </a:r>
            <a:r>
              <a:rPr lang="es-ES" sz="675" dirty="0">
                <a:latin typeface="Montserrat" panose="00000500000000000000" pitchFamily="2" charset="0"/>
              </a:rPr>
              <a:t> </a:t>
            </a:r>
            <a:r>
              <a:rPr lang="es-ES" sz="675" dirty="0" err="1">
                <a:latin typeface="Montserrat" panose="00000500000000000000" pitchFamily="2" charset="0"/>
              </a:rPr>
              <a:t>to</a:t>
            </a:r>
            <a:r>
              <a:rPr lang="es-ES" sz="675" dirty="0">
                <a:latin typeface="Montserrat" panose="00000500000000000000" pitchFamily="2" charset="0"/>
              </a:rPr>
              <a:t> </a:t>
            </a:r>
            <a:r>
              <a:rPr lang="es-ES" sz="675" dirty="0" err="1">
                <a:latin typeface="Montserrat" panose="00000500000000000000" pitchFamily="2" charset="0"/>
              </a:rPr>
              <a:t>many</a:t>
            </a:r>
            <a:endParaRPr lang="es-ES" sz="675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051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BC877-0D7F-304E-C5FF-7CBA62B98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D2C6818-BC80-4CC8-6460-EA8B900421A9}"/>
              </a:ext>
            </a:extLst>
          </p:cNvPr>
          <p:cNvSpPr txBox="1"/>
          <p:nvPr/>
        </p:nvSpPr>
        <p:spPr>
          <a:xfrm>
            <a:off x="1797427" y="2760676"/>
            <a:ext cx="554914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CREACIÓN DE OBJETOS EN UC</a:t>
            </a: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INTRO A PYSPARK</a:t>
            </a:r>
          </a:p>
        </p:txBody>
      </p:sp>
    </p:spTree>
    <p:extLst>
      <p:ext uri="{BB962C8B-B14F-4D97-AF65-F5344CB8AC3E}">
        <p14:creationId xmlns:p14="http://schemas.microsoft.com/office/powerpoint/2010/main" val="275290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DAE53-1928-BB62-A973-9C5EDCB5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699D5B6-E980-5590-D3D6-34EA961B70E4}"/>
              </a:ext>
            </a:extLst>
          </p:cNvPr>
          <p:cNvSpPr txBox="1"/>
          <p:nvPr/>
        </p:nvSpPr>
        <p:spPr>
          <a:xfrm>
            <a:off x="3005826" y="2760676"/>
            <a:ext cx="313234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3168407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B966E-06C1-3592-60A7-83C4AF00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ángulo: esquinas redondeadas 176">
            <a:extLst>
              <a:ext uri="{FF2B5EF4-FFF2-40B4-BE49-F238E27FC236}">
                <a16:creationId xmlns:a16="http://schemas.microsoft.com/office/drawing/2014/main" id="{5ED877EE-9DCC-E6EB-E726-5114AF94717D}"/>
              </a:ext>
            </a:extLst>
          </p:cNvPr>
          <p:cNvSpPr/>
          <p:nvPr/>
        </p:nvSpPr>
        <p:spPr>
          <a:xfrm>
            <a:off x="1101722" y="1179038"/>
            <a:ext cx="6320790" cy="4423410"/>
          </a:xfrm>
          <a:prstGeom prst="roundRect">
            <a:avLst>
              <a:gd name="adj" fmla="val 3572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438067-B4BB-607F-D2F3-E1655CC0C8D0}"/>
              </a:ext>
            </a:extLst>
          </p:cNvPr>
          <p:cNvSpPr/>
          <p:nvPr/>
        </p:nvSpPr>
        <p:spPr>
          <a:xfrm>
            <a:off x="3994308" y="1672424"/>
            <a:ext cx="535622" cy="267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25" dirty="0">
                <a:solidFill>
                  <a:schemeClr val="tx1"/>
                </a:solidFill>
                <a:latin typeface="Montserrat" panose="00000500000000000000" pitchFamily="2" charset="0"/>
              </a:rPr>
              <a:t>Driver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B5A28E-2EE5-6DF4-FAC7-B4D58F8FC3DF}"/>
              </a:ext>
            </a:extLst>
          </p:cNvPr>
          <p:cNvSpPr/>
          <p:nvPr/>
        </p:nvSpPr>
        <p:spPr>
          <a:xfrm>
            <a:off x="3282948" y="2219560"/>
            <a:ext cx="1958340" cy="2679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25" dirty="0" err="1">
                <a:solidFill>
                  <a:schemeClr val="tx1"/>
                </a:solidFill>
                <a:latin typeface="Montserrat" panose="00000500000000000000" pitchFamily="2" charset="0"/>
              </a:rPr>
              <a:t>Cluster</a:t>
            </a:r>
            <a:r>
              <a:rPr lang="es-ES" sz="825" dirty="0">
                <a:solidFill>
                  <a:schemeClr val="tx1"/>
                </a:solidFill>
                <a:latin typeface="Montserrat" panose="00000500000000000000" pitchFamily="2" charset="0"/>
              </a:rPr>
              <a:t> Manager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F185437-B591-CCC4-9895-1CD64580F185}"/>
              </a:ext>
            </a:extLst>
          </p:cNvPr>
          <p:cNvGrpSpPr/>
          <p:nvPr/>
        </p:nvGrpSpPr>
        <p:grpSpPr>
          <a:xfrm>
            <a:off x="4083114" y="2704126"/>
            <a:ext cx="363112" cy="264260"/>
            <a:chOff x="4658644" y="3338619"/>
            <a:chExt cx="484148" cy="352346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3055379-3315-2491-C0FC-E7ADC0D884DE}"/>
                </a:ext>
              </a:extLst>
            </p:cNvPr>
            <p:cNvSpPr/>
            <p:nvPr/>
          </p:nvSpPr>
          <p:spPr>
            <a:xfrm>
              <a:off x="4721304" y="3338619"/>
              <a:ext cx="352346" cy="35234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375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82CACB2-627F-C9DC-B572-118407C462BE}"/>
                </a:ext>
              </a:extLst>
            </p:cNvPr>
            <p:cNvSpPr txBox="1"/>
            <p:nvPr/>
          </p:nvSpPr>
          <p:spPr>
            <a:xfrm>
              <a:off x="4658644" y="3386316"/>
              <a:ext cx="484148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" dirty="0">
                  <a:latin typeface="Montserrat" panose="00000500000000000000" pitchFamily="2" charset="0"/>
                </a:rPr>
                <a:t>DAG</a:t>
              </a:r>
              <a:endParaRPr lang="es-ES" sz="105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1768E478-AB31-56D5-3F21-7B50F7367438}"/>
              </a:ext>
            </a:extLst>
          </p:cNvPr>
          <p:cNvGrpSpPr/>
          <p:nvPr/>
        </p:nvGrpSpPr>
        <p:grpSpPr>
          <a:xfrm>
            <a:off x="1640350" y="3514702"/>
            <a:ext cx="1561810" cy="1934031"/>
            <a:chOff x="2209993" y="3543269"/>
            <a:chExt cx="2082413" cy="2578708"/>
          </a:xfrm>
        </p:grpSpPr>
        <p:sp>
          <p:nvSpPr>
            <p:cNvPr id="93" name="Rectángulo: esquinas redondeadas 92">
              <a:extLst>
                <a:ext uri="{FF2B5EF4-FFF2-40B4-BE49-F238E27FC236}">
                  <a16:creationId xmlns:a16="http://schemas.microsoft.com/office/drawing/2014/main" id="{A42B13E3-3008-08B1-5BDF-092C4C0F9844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 dirty="0">
                <a:latin typeface="Montserrat" panose="00000500000000000000" pitchFamily="2" charset="0"/>
              </a:endParaRPr>
            </a:p>
          </p:txBody>
        </p: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0CCD447E-CAB4-498D-1E4E-901FB45417EA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666B277-749E-EC62-FB55-DDA88D4FD789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25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825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C644A9DE-D765-D429-FBAA-57A1D492C364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789DA6E1-58DE-1B9D-50CE-5DD2AA71DA68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47C85B88-EBA4-04A0-AC8E-A1FB427541B3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A6097D8A-65A9-80AE-5A78-D39701C45300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6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67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8C7C3428-7D7F-E324-4760-EE3279EC1B8C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21" name="Grupo 20">
                    <a:extLst>
                      <a:ext uri="{FF2B5EF4-FFF2-40B4-BE49-F238E27FC236}">
                        <a16:creationId xmlns:a16="http://schemas.microsoft.com/office/drawing/2014/main" id="{1D1FC05B-1742-B57B-DC1A-A33A862D67A6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" name="Rectángulo 13">
                      <a:extLst>
                        <a:ext uri="{FF2B5EF4-FFF2-40B4-BE49-F238E27FC236}">
                          <a16:creationId xmlns:a16="http://schemas.microsoft.com/office/drawing/2014/main" id="{E585E0A3-9797-D92D-3FF0-0D74EB31D3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0" name="CuadroTexto 19">
                      <a:extLst>
                        <a:ext uri="{FF2B5EF4-FFF2-40B4-BE49-F238E27FC236}">
                          <a16:creationId xmlns:a16="http://schemas.microsoft.com/office/drawing/2014/main" id="{5DF2D21F-4223-291F-2CB8-98C49A5DE3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2" name="Grupo 21">
                    <a:extLst>
                      <a:ext uri="{FF2B5EF4-FFF2-40B4-BE49-F238E27FC236}">
                        <a16:creationId xmlns:a16="http://schemas.microsoft.com/office/drawing/2014/main" id="{A2E5E468-3A7E-C4B9-5A79-0A3576513F0D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3" name="Rectángulo 22">
                      <a:extLst>
                        <a:ext uri="{FF2B5EF4-FFF2-40B4-BE49-F238E27FC236}">
                          <a16:creationId xmlns:a16="http://schemas.microsoft.com/office/drawing/2014/main" id="{070B5BED-83E6-866A-63D1-C23C7243D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4" name="CuadroTexto 23">
                      <a:extLst>
                        <a:ext uri="{FF2B5EF4-FFF2-40B4-BE49-F238E27FC236}">
                          <a16:creationId xmlns:a16="http://schemas.microsoft.com/office/drawing/2014/main" id="{110D0CA4-ADCD-1C94-05D4-0D13C1E045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5" name="Grupo 24">
                    <a:extLst>
                      <a:ext uri="{FF2B5EF4-FFF2-40B4-BE49-F238E27FC236}">
                        <a16:creationId xmlns:a16="http://schemas.microsoft.com/office/drawing/2014/main" id="{D95EBB3B-85B0-5529-A74A-0C4C9BD3BA44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6" name="Rectángulo 25">
                      <a:extLst>
                        <a:ext uri="{FF2B5EF4-FFF2-40B4-BE49-F238E27FC236}">
                          <a16:creationId xmlns:a16="http://schemas.microsoft.com/office/drawing/2014/main" id="{AF33ED7C-CB9F-58EB-6D0A-73D53F736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7" name="CuadroTexto 26">
                      <a:extLst>
                        <a:ext uri="{FF2B5EF4-FFF2-40B4-BE49-F238E27FC236}">
                          <a16:creationId xmlns:a16="http://schemas.microsoft.com/office/drawing/2014/main" id="{B2695410-32FB-DAFE-6DB7-823212F5BD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2E50C6F6-F212-6ED4-D10A-9EC7047C74BF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30" name="Grupo 29">
                    <a:extLst>
                      <a:ext uri="{FF2B5EF4-FFF2-40B4-BE49-F238E27FC236}">
                        <a16:creationId xmlns:a16="http://schemas.microsoft.com/office/drawing/2014/main" id="{DF464356-9C55-8B0B-4220-922A5F43B5CA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7" name="Rectángulo 36">
                      <a:extLst>
                        <a:ext uri="{FF2B5EF4-FFF2-40B4-BE49-F238E27FC236}">
                          <a16:creationId xmlns:a16="http://schemas.microsoft.com/office/drawing/2014/main" id="{BE1B03C7-C220-34A6-60BB-DA0F417059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8" name="CuadroTexto 37">
                      <a:extLst>
                        <a:ext uri="{FF2B5EF4-FFF2-40B4-BE49-F238E27FC236}">
                          <a16:creationId xmlns:a16="http://schemas.microsoft.com/office/drawing/2014/main" id="{520F3B80-788B-4816-E200-A02D644080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1" name="Grupo 30">
                    <a:extLst>
                      <a:ext uri="{FF2B5EF4-FFF2-40B4-BE49-F238E27FC236}">
                        <a16:creationId xmlns:a16="http://schemas.microsoft.com/office/drawing/2014/main" id="{C5162904-F400-D5AA-7DE4-57F51B77C68A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5" name="Rectángulo 34">
                      <a:extLst>
                        <a:ext uri="{FF2B5EF4-FFF2-40B4-BE49-F238E27FC236}">
                          <a16:creationId xmlns:a16="http://schemas.microsoft.com/office/drawing/2014/main" id="{2A37B0AC-E1BB-5B6B-D4FF-5196520196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6" name="CuadroTexto 35">
                      <a:extLst>
                        <a:ext uri="{FF2B5EF4-FFF2-40B4-BE49-F238E27FC236}">
                          <a16:creationId xmlns:a16="http://schemas.microsoft.com/office/drawing/2014/main" id="{25C4AE04-7980-D250-5B94-23C4219499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2" name="Grupo 31">
                    <a:extLst>
                      <a:ext uri="{FF2B5EF4-FFF2-40B4-BE49-F238E27FC236}">
                        <a16:creationId xmlns:a16="http://schemas.microsoft.com/office/drawing/2014/main" id="{96306E2A-43B0-40BB-1868-B2F2BD755C84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3" name="Rectángulo 32">
                      <a:extLst>
                        <a:ext uri="{FF2B5EF4-FFF2-40B4-BE49-F238E27FC236}">
                          <a16:creationId xmlns:a16="http://schemas.microsoft.com/office/drawing/2014/main" id="{7C9F5924-1B2F-F88E-72DD-B2DCFC87B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4" name="CuadroTexto 33">
                      <a:extLst>
                        <a:ext uri="{FF2B5EF4-FFF2-40B4-BE49-F238E27FC236}">
                          <a16:creationId xmlns:a16="http://schemas.microsoft.com/office/drawing/2014/main" id="{D6E4C837-8A6B-4769-CA75-A8E961DC6A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DCCDB074-1EEE-6C2B-8D61-E72FA56B9F0E}"/>
                </a:ext>
              </a:extLst>
            </p:cNvPr>
            <p:cNvSpPr txBox="1"/>
            <p:nvPr/>
          </p:nvSpPr>
          <p:spPr>
            <a:xfrm>
              <a:off x="2893849" y="3605525"/>
              <a:ext cx="638811" cy="26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b="1" dirty="0" err="1"/>
                <a:t>Node</a:t>
              </a:r>
              <a:r>
                <a:rPr lang="es-ES" sz="700" b="1" dirty="0"/>
                <a:t> 1</a:t>
              </a:r>
            </a:p>
          </p:txBody>
        </p:sp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9C3F71A3-F5F5-BFDE-74A0-7B018B6290F3}"/>
              </a:ext>
            </a:extLst>
          </p:cNvPr>
          <p:cNvGrpSpPr/>
          <p:nvPr/>
        </p:nvGrpSpPr>
        <p:grpSpPr>
          <a:xfrm>
            <a:off x="3492528" y="3478422"/>
            <a:ext cx="1561810" cy="1934031"/>
            <a:chOff x="2209993" y="3543269"/>
            <a:chExt cx="2082413" cy="2578708"/>
          </a:xfrm>
        </p:grpSpPr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FD0FE3A9-3D32-9461-3CCF-E15C2882B614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 dirty="0">
                <a:latin typeface="Montserrat" panose="00000500000000000000" pitchFamily="2" charset="0"/>
              </a:endParaRPr>
            </a:p>
          </p:txBody>
        </p:sp>
        <p:grpSp>
          <p:nvGrpSpPr>
            <p:cNvPr id="98" name="Grupo 97">
              <a:extLst>
                <a:ext uri="{FF2B5EF4-FFF2-40B4-BE49-F238E27FC236}">
                  <a16:creationId xmlns:a16="http://schemas.microsoft.com/office/drawing/2014/main" id="{8301A948-E25B-6C08-4BAF-968AC8EBFCB4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0" name="Rectángulo 99">
                <a:extLst>
                  <a:ext uri="{FF2B5EF4-FFF2-40B4-BE49-F238E27FC236}">
                    <a16:creationId xmlns:a16="http://schemas.microsoft.com/office/drawing/2014/main" id="{F827632B-051F-79E2-644A-CF8040928820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25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825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01" name="Grupo 100">
                <a:extLst>
                  <a:ext uri="{FF2B5EF4-FFF2-40B4-BE49-F238E27FC236}">
                    <a16:creationId xmlns:a16="http://schemas.microsoft.com/office/drawing/2014/main" id="{0C9DB96F-869C-1777-E764-0A4E38A54EF9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02" name="Rectángulo 101">
                  <a:extLst>
                    <a:ext uri="{FF2B5EF4-FFF2-40B4-BE49-F238E27FC236}">
                      <a16:creationId xmlns:a16="http://schemas.microsoft.com/office/drawing/2014/main" id="{91D47418-ED4D-C413-0560-835C719FA47D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3" name="Rectángulo 102">
                  <a:extLst>
                    <a:ext uri="{FF2B5EF4-FFF2-40B4-BE49-F238E27FC236}">
                      <a16:creationId xmlns:a16="http://schemas.microsoft.com/office/drawing/2014/main" id="{F7045B3E-7751-223F-C54E-FFBC648E5EE2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4" name="Rectángulo 103">
                  <a:extLst>
                    <a:ext uri="{FF2B5EF4-FFF2-40B4-BE49-F238E27FC236}">
                      <a16:creationId xmlns:a16="http://schemas.microsoft.com/office/drawing/2014/main" id="{54428DBB-A670-2C5E-929C-C643A2477291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6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67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05" name="Grupo 104">
                  <a:extLst>
                    <a:ext uri="{FF2B5EF4-FFF2-40B4-BE49-F238E27FC236}">
                      <a16:creationId xmlns:a16="http://schemas.microsoft.com/office/drawing/2014/main" id="{6226E9FE-EA79-D9A2-7584-DE4C9D23CC92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16" name="Grupo 115">
                    <a:extLst>
                      <a:ext uri="{FF2B5EF4-FFF2-40B4-BE49-F238E27FC236}">
                        <a16:creationId xmlns:a16="http://schemas.microsoft.com/office/drawing/2014/main" id="{8BCF9EDB-05F0-1F0D-8963-C2071DF4124D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3" name="Rectángulo 122">
                      <a:extLst>
                        <a:ext uri="{FF2B5EF4-FFF2-40B4-BE49-F238E27FC236}">
                          <a16:creationId xmlns:a16="http://schemas.microsoft.com/office/drawing/2014/main" id="{994F1F49-1FCC-BA27-1166-0DDAFB916D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4" name="CuadroTexto 123">
                      <a:extLst>
                        <a:ext uri="{FF2B5EF4-FFF2-40B4-BE49-F238E27FC236}">
                          <a16:creationId xmlns:a16="http://schemas.microsoft.com/office/drawing/2014/main" id="{C740F4BA-CA9E-B858-CA70-FACDF0388A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7" name="Grupo 116">
                    <a:extLst>
                      <a:ext uri="{FF2B5EF4-FFF2-40B4-BE49-F238E27FC236}">
                        <a16:creationId xmlns:a16="http://schemas.microsoft.com/office/drawing/2014/main" id="{EA13628D-F309-5082-9C9E-D9A9E8E961A1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1" name="Rectángulo 120">
                      <a:extLst>
                        <a:ext uri="{FF2B5EF4-FFF2-40B4-BE49-F238E27FC236}">
                          <a16:creationId xmlns:a16="http://schemas.microsoft.com/office/drawing/2014/main" id="{64DD196C-F06C-CDFB-1FC1-57637C8073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2" name="CuadroTexto 121">
                      <a:extLst>
                        <a:ext uri="{FF2B5EF4-FFF2-40B4-BE49-F238E27FC236}">
                          <a16:creationId xmlns:a16="http://schemas.microsoft.com/office/drawing/2014/main" id="{39B7C962-0483-7E68-AA01-56959505D1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8" name="Grupo 117">
                    <a:extLst>
                      <a:ext uri="{FF2B5EF4-FFF2-40B4-BE49-F238E27FC236}">
                        <a16:creationId xmlns:a16="http://schemas.microsoft.com/office/drawing/2014/main" id="{1EE2AB87-42E4-922C-CCBE-C4794A1BD8BE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9" name="Rectángulo 118">
                      <a:extLst>
                        <a:ext uri="{FF2B5EF4-FFF2-40B4-BE49-F238E27FC236}">
                          <a16:creationId xmlns:a16="http://schemas.microsoft.com/office/drawing/2014/main" id="{AF10BA9F-F7B8-6EE7-04C0-4B5103E804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0" name="CuadroTexto 119">
                      <a:extLst>
                        <a:ext uri="{FF2B5EF4-FFF2-40B4-BE49-F238E27FC236}">
                          <a16:creationId xmlns:a16="http://schemas.microsoft.com/office/drawing/2014/main" id="{76A48223-D483-80C2-7981-993DD74582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06" name="Grupo 105">
                  <a:extLst>
                    <a:ext uri="{FF2B5EF4-FFF2-40B4-BE49-F238E27FC236}">
                      <a16:creationId xmlns:a16="http://schemas.microsoft.com/office/drawing/2014/main" id="{ECDA9B9C-4A42-57F5-BC27-65AE50AD3EE0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07" name="Grupo 106">
                    <a:extLst>
                      <a:ext uri="{FF2B5EF4-FFF2-40B4-BE49-F238E27FC236}">
                        <a16:creationId xmlns:a16="http://schemas.microsoft.com/office/drawing/2014/main" id="{9CA18BD0-E2F6-8A21-0E75-BF98B70507E2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4" name="Rectángulo 113">
                      <a:extLst>
                        <a:ext uri="{FF2B5EF4-FFF2-40B4-BE49-F238E27FC236}">
                          <a16:creationId xmlns:a16="http://schemas.microsoft.com/office/drawing/2014/main" id="{EC8958C8-6BBE-83A7-36B3-229313E758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5" name="CuadroTexto 114">
                      <a:extLst>
                        <a:ext uri="{FF2B5EF4-FFF2-40B4-BE49-F238E27FC236}">
                          <a16:creationId xmlns:a16="http://schemas.microsoft.com/office/drawing/2014/main" id="{9B8CAA05-05C4-232B-D497-4262991C81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8" name="Grupo 107">
                    <a:extLst>
                      <a:ext uri="{FF2B5EF4-FFF2-40B4-BE49-F238E27FC236}">
                        <a16:creationId xmlns:a16="http://schemas.microsoft.com/office/drawing/2014/main" id="{9210D093-E31B-88B4-7C37-8FF25D531C25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2" name="Rectángulo 111">
                      <a:extLst>
                        <a:ext uri="{FF2B5EF4-FFF2-40B4-BE49-F238E27FC236}">
                          <a16:creationId xmlns:a16="http://schemas.microsoft.com/office/drawing/2014/main" id="{1AB3EE95-8A8E-C0C7-2FE9-709E6882A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3" name="CuadroTexto 112">
                      <a:extLst>
                        <a:ext uri="{FF2B5EF4-FFF2-40B4-BE49-F238E27FC236}">
                          <a16:creationId xmlns:a16="http://schemas.microsoft.com/office/drawing/2014/main" id="{5A5EE639-B5AB-8729-5E1E-F3F3A7975B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9" name="Grupo 108">
                    <a:extLst>
                      <a:ext uri="{FF2B5EF4-FFF2-40B4-BE49-F238E27FC236}">
                        <a16:creationId xmlns:a16="http://schemas.microsoft.com/office/drawing/2014/main" id="{5B97DAAF-0446-749D-3DE5-7160886E6983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0" name="Rectángulo 109">
                      <a:extLst>
                        <a:ext uri="{FF2B5EF4-FFF2-40B4-BE49-F238E27FC236}">
                          <a16:creationId xmlns:a16="http://schemas.microsoft.com/office/drawing/2014/main" id="{82DE996B-3600-521E-C323-533BD7631B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1" name="CuadroTexto 110">
                      <a:extLst>
                        <a:ext uri="{FF2B5EF4-FFF2-40B4-BE49-F238E27FC236}">
                          <a16:creationId xmlns:a16="http://schemas.microsoft.com/office/drawing/2014/main" id="{D6515A5E-F5C6-816C-B3EF-3AA3FF1E9E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3D6E962F-1958-3C5B-68BA-40D0811E3C61}"/>
                </a:ext>
              </a:extLst>
            </p:cNvPr>
            <p:cNvSpPr txBox="1"/>
            <p:nvPr/>
          </p:nvSpPr>
          <p:spPr>
            <a:xfrm>
              <a:off x="2893849" y="3605525"/>
              <a:ext cx="638811" cy="26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b="1" dirty="0" err="1"/>
                <a:t>Node</a:t>
              </a:r>
              <a:r>
                <a:rPr lang="es-ES" sz="700" b="1" dirty="0"/>
                <a:t> 2</a:t>
              </a:r>
            </a:p>
          </p:txBody>
        </p:sp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3622C279-B623-FDFB-0D86-1811B0A377BD}"/>
              </a:ext>
            </a:extLst>
          </p:cNvPr>
          <p:cNvGrpSpPr/>
          <p:nvPr/>
        </p:nvGrpSpPr>
        <p:grpSpPr>
          <a:xfrm>
            <a:off x="5344385" y="3493739"/>
            <a:ext cx="1561810" cy="1934031"/>
            <a:chOff x="2209993" y="3543269"/>
            <a:chExt cx="2082413" cy="2578708"/>
          </a:xfrm>
        </p:grpSpPr>
        <p:sp>
          <p:nvSpPr>
            <p:cNvPr id="126" name="Rectángulo: esquinas redondeadas 125">
              <a:extLst>
                <a:ext uri="{FF2B5EF4-FFF2-40B4-BE49-F238E27FC236}">
                  <a16:creationId xmlns:a16="http://schemas.microsoft.com/office/drawing/2014/main" id="{F291049D-A327-0058-FD92-67B3BECF02B5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350">
                <a:latin typeface="Montserrat" panose="00000500000000000000" pitchFamily="2" charset="0"/>
              </a:endParaRPr>
            </a:p>
          </p:txBody>
        </p:sp>
        <p:grpSp>
          <p:nvGrpSpPr>
            <p:cNvPr id="127" name="Grupo 126">
              <a:extLst>
                <a:ext uri="{FF2B5EF4-FFF2-40B4-BE49-F238E27FC236}">
                  <a16:creationId xmlns:a16="http://schemas.microsoft.com/office/drawing/2014/main" id="{B5F8FD4C-8AA2-B135-BE78-1CC672F82E4F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29" name="Rectángulo 128">
                <a:extLst>
                  <a:ext uri="{FF2B5EF4-FFF2-40B4-BE49-F238E27FC236}">
                    <a16:creationId xmlns:a16="http://schemas.microsoft.com/office/drawing/2014/main" id="{DAAEE780-CE5F-E3C6-D2E0-54394B6EC93D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825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825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30" name="Grupo 129">
                <a:extLst>
                  <a:ext uri="{FF2B5EF4-FFF2-40B4-BE49-F238E27FC236}">
                    <a16:creationId xmlns:a16="http://schemas.microsoft.com/office/drawing/2014/main" id="{9BFACC04-51A3-55D3-9FBB-D6AD0EBD4CA9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31" name="Rectángulo 130">
                  <a:extLst>
                    <a:ext uri="{FF2B5EF4-FFF2-40B4-BE49-F238E27FC236}">
                      <a16:creationId xmlns:a16="http://schemas.microsoft.com/office/drawing/2014/main" id="{66A56C7B-3BF4-1A16-0E05-5AF7CE7A3FA2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2" name="Rectángulo 131">
                  <a:extLst>
                    <a:ext uri="{FF2B5EF4-FFF2-40B4-BE49-F238E27FC236}">
                      <a16:creationId xmlns:a16="http://schemas.microsoft.com/office/drawing/2014/main" id="{74163966-50F6-07A6-1848-738E01EACB18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825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82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3" name="Rectángulo 132">
                  <a:extLst>
                    <a:ext uri="{FF2B5EF4-FFF2-40B4-BE49-F238E27FC236}">
                      <a16:creationId xmlns:a16="http://schemas.microsoft.com/office/drawing/2014/main" id="{776ACCC3-AA10-B815-0944-764054E89973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6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675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34" name="Grupo 133">
                  <a:extLst>
                    <a:ext uri="{FF2B5EF4-FFF2-40B4-BE49-F238E27FC236}">
                      <a16:creationId xmlns:a16="http://schemas.microsoft.com/office/drawing/2014/main" id="{06B5B93F-ABFB-827E-BA9D-405BF8093540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45" name="Grupo 144">
                    <a:extLst>
                      <a:ext uri="{FF2B5EF4-FFF2-40B4-BE49-F238E27FC236}">
                        <a16:creationId xmlns:a16="http://schemas.microsoft.com/office/drawing/2014/main" id="{481CA0FA-0B03-204B-7D6F-359951005B32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2" name="Rectángulo 151">
                      <a:extLst>
                        <a:ext uri="{FF2B5EF4-FFF2-40B4-BE49-F238E27FC236}">
                          <a16:creationId xmlns:a16="http://schemas.microsoft.com/office/drawing/2014/main" id="{2A12C626-33BF-3B55-81B1-1525C1BC36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3" name="CuadroTexto 152">
                      <a:extLst>
                        <a:ext uri="{FF2B5EF4-FFF2-40B4-BE49-F238E27FC236}">
                          <a16:creationId xmlns:a16="http://schemas.microsoft.com/office/drawing/2014/main" id="{6A30D295-2D86-C6BE-CCDD-832460F2AF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6" name="Grupo 145">
                    <a:extLst>
                      <a:ext uri="{FF2B5EF4-FFF2-40B4-BE49-F238E27FC236}">
                        <a16:creationId xmlns:a16="http://schemas.microsoft.com/office/drawing/2014/main" id="{5B80FE46-E7E4-1A6D-0FB6-AFB8EFD06C1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0" name="Rectángulo 149">
                      <a:extLst>
                        <a:ext uri="{FF2B5EF4-FFF2-40B4-BE49-F238E27FC236}">
                          <a16:creationId xmlns:a16="http://schemas.microsoft.com/office/drawing/2014/main" id="{ED1C61BD-E933-CFC4-6A3F-FDEEEC89D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1" name="CuadroTexto 150">
                      <a:extLst>
                        <a:ext uri="{FF2B5EF4-FFF2-40B4-BE49-F238E27FC236}">
                          <a16:creationId xmlns:a16="http://schemas.microsoft.com/office/drawing/2014/main" id="{8545B17F-06A3-530C-8BAF-F448D4E95E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7" name="Grupo 146">
                    <a:extLst>
                      <a:ext uri="{FF2B5EF4-FFF2-40B4-BE49-F238E27FC236}">
                        <a16:creationId xmlns:a16="http://schemas.microsoft.com/office/drawing/2014/main" id="{9EB2240F-DA5A-931B-CDAB-270805494C30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8" name="Rectángulo 147">
                      <a:extLst>
                        <a:ext uri="{FF2B5EF4-FFF2-40B4-BE49-F238E27FC236}">
                          <a16:creationId xmlns:a16="http://schemas.microsoft.com/office/drawing/2014/main" id="{96E7ABDF-0EE5-4147-B8BE-F6BDA62817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9" name="CuadroTexto 148">
                      <a:extLst>
                        <a:ext uri="{FF2B5EF4-FFF2-40B4-BE49-F238E27FC236}">
                          <a16:creationId xmlns:a16="http://schemas.microsoft.com/office/drawing/2014/main" id="{41985289-9D1B-4378-9331-53F2A66298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35" name="Grupo 134">
                  <a:extLst>
                    <a:ext uri="{FF2B5EF4-FFF2-40B4-BE49-F238E27FC236}">
                      <a16:creationId xmlns:a16="http://schemas.microsoft.com/office/drawing/2014/main" id="{F71A5E8F-96D3-AEA3-651E-B77E949026A8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36" name="Grupo 135">
                    <a:extLst>
                      <a:ext uri="{FF2B5EF4-FFF2-40B4-BE49-F238E27FC236}">
                        <a16:creationId xmlns:a16="http://schemas.microsoft.com/office/drawing/2014/main" id="{80DD4AEA-AF67-8AE0-4653-C0F964D6F327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3" name="Rectángulo 142">
                      <a:extLst>
                        <a:ext uri="{FF2B5EF4-FFF2-40B4-BE49-F238E27FC236}">
                          <a16:creationId xmlns:a16="http://schemas.microsoft.com/office/drawing/2014/main" id="{F37B32A4-51D8-0AC8-184C-46E237F5C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4" name="CuadroTexto 143">
                      <a:extLst>
                        <a:ext uri="{FF2B5EF4-FFF2-40B4-BE49-F238E27FC236}">
                          <a16:creationId xmlns:a16="http://schemas.microsoft.com/office/drawing/2014/main" id="{90BA6AE2-EEA3-B2C1-784D-D0AB6A176F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7" name="Grupo 136">
                    <a:extLst>
                      <a:ext uri="{FF2B5EF4-FFF2-40B4-BE49-F238E27FC236}">
                        <a16:creationId xmlns:a16="http://schemas.microsoft.com/office/drawing/2014/main" id="{6DB9956A-66C6-9DB7-37F1-C9625C4698D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1" name="Rectángulo 140">
                      <a:extLst>
                        <a:ext uri="{FF2B5EF4-FFF2-40B4-BE49-F238E27FC236}">
                          <a16:creationId xmlns:a16="http://schemas.microsoft.com/office/drawing/2014/main" id="{93D09399-BAB0-7A51-C3B0-4E686E72A2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2" name="CuadroTexto 141">
                      <a:extLst>
                        <a:ext uri="{FF2B5EF4-FFF2-40B4-BE49-F238E27FC236}">
                          <a16:creationId xmlns:a16="http://schemas.microsoft.com/office/drawing/2014/main" id="{CF19EF56-66E8-31B9-2482-D8A2864B40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8" name="Grupo 137">
                    <a:extLst>
                      <a:ext uri="{FF2B5EF4-FFF2-40B4-BE49-F238E27FC236}">
                        <a16:creationId xmlns:a16="http://schemas.microsoft.com/office/drawing/2014/main" id="{D5A48EB2-096D-2802-D725-FA05651E3EE6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39" name="Rectángulo 138">
                      <a:extLst>
                        <a:ext uri="{FF2B5EF4-FFF2-40B4-BE49-F238E27FC236}">
                          <a16:creationId xmlns:a16="http://schemas.microsoft.com/office/drawing/2014/main" id="{A73FB2F5-00F9-7616-13F9-4FB8EF65DB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525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0" name="CuadroTexto 139">
                      <a:extLst>
                        <a:ext uri="{FF2B5EF4-FFF2-40B4-BE49-F238E27FC236}">
                          <a16:creationId xmlns:a16="http://schemas.microsoft.com/office/drawing/2014/main" id="{641026F4-DD2B-821A-6A3F-78AA6CC183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45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788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28" name="CuadroTexto 127">
              <a:extLst>
                <a:ext uri="{FF2B5EF4-FFF2-40B4-BE49-F238E27FC236}">
                  <a16:creationId xmlns:a16="http://schemas.microsoft.com/office/drawing/2014/main" id="{871C343C-57FC-F1D6-CD00-7BD8A39C82E8}"/>
                </a:ext>
              </a:extLst>
            </p:cNvPr>
            <p:cNvSpPr txBox="1"/>
            <p:nvPr/>
          </p:nvSpPr>
          <p:spPr>
            <a:xfrm>
              <a:off x="2893849" y="3605525"/>
              <a:ext cx="638811" cy="266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b="1" dirty="0" err="1"/>
                <a:t>Node</a:t>
              </a:r>
              <a:r>
                <a:rPr lang="es-ES" sz="700" b="1" dirty="0"/>
                <a:t> 3</a:t>
              </a:r>
            </a:p>
          </p:txBody>
        </p:sp>
      </p:grp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CC672635-053A-B4E0-B41C-72692E8D1229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4262118" y="1940393"/>
            <a:ext cx="1" cy="27916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>
            <a:extLst>
              <a:ext uri="{FF2B5EF4-FFF2-40B4-BE49-F238E27FC236}">
                <a16:creationId xmlns:a16="http://schemas.microsoft.com/office/drawing/2014/main" id="{20084B3B-67B2-C3A9-72AF-8EDD20E8EE2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262118" y="2487530"/>
            <a:ext cx="121" cy="21659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ector: curvado 168">
            <a:extLst>
              <a:ext uri="{FF2B5EF4-FFF2-40B4-BE49-F238E27FC236}">
                <a16:creationId xmlns:a16="http://schemas.microsoft.com/office/drawing/2014/main" id="{6B2BADFD-32A8-E8D2-A1CA-938FB9C5D8BB}"/>
              </a:ext>
            </a:extLst>
          </p:cNvPr>
          <p:cNvCxnSpPr>
            <a:stCxn id="9" idx="4"/>
            <a:endCxn id="93" idx="0"/>
          </p:cNvCxnSpPr>
          <p:nvPr/>
        </p:nvCxnSpPr>
        <p:spPr>
          <a:xfrm rot="5400000">
            <a:off x="3068589" y="2321052"/>
            <a:ext cx="546317" cy="1840984"/>
          </a:xfrm>
          <a:prstGeom prst="curved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ector: curvado 169">
            <a:extLst>
              <a:ext uri="{FF2B5EF4-FFF2-40B4-BE49-F238E27FC236}">
                <a16:creationId xmlns:a16="http://schemas.microsoft.com/office/drawing/2014/main" id="{29167F1D-5A6E-0DE7-7BFC-358A82905251}"/>
              </a:ext>
            </a:extLst>
          </p:cNvPr>
          <p:cNvCxnSpPr>
            <a:cxnSpLocks/>
            <a:stCxn id="9" idx="4"/>
            <a:endCxn id="126" idx="0"/>
          </p:cNvCxnSpPr>
          <p:nvPr/>
        </p:nvCxnSpPr>
        <p:spPr>
          <a:xfrm rot="16200000" flipH="1">
            <a:off x="4931087" y="2299537"/>
            <a:ext cx="525354" cy="1863051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>
            <a:extLst>
              <a:ext uri="{FF2B5EF4-FFF2-40B4-BE49-F238E27FC236}">
                <a16:creationId xmlns:a16="http://schemas.microsoft.com/office/drawing/2014/main" id="{D83F93FE-C4A6-C093-FDF3-4277953999AF}"/>
              </a:ext>
            </a:extLst>
          </p:cNvPr>
          <p:cNvCxnSpPr>
            <a:cxnSpLocks/>
            <a:stCxn id="9" idx="4"/>
            <a:endCxn id="97" idx="0"/>
          </p:cNvCxnSpPr>
          <p:nvPr/>
        </p:nvCxnSpPr>
        <p:spPr>
          <a:xfrm>
            <a:off x="4262239" y="2968386"/>
            <a:ext cx="11194" cy="51003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39073C5A-B954-D9AE-6FAC-5C2891ACDE9E}"/>
              </a:ext>
            </a:extLst>
          </p:cNvPr>
          <p:cNvSpPr txBox="1"/>
          <p:nvPr/>
        </p:nvSpPr>
        <p:spPr>
          <a:xfrm>
            <a:off x="3687726" y="1218419"/>
            <a:ext cx="1172324" cy="3000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sz="1350" b="1" dirty="0">
                <a:solidFill>
                  <a:schemeClr val="bg1"/>
                </a:solidFill>
                <a:latin typeface="Montserrat" panose="00000500000000000000" pitchFamily="2" charset="0"/>
              </a:rPr>
              <a:t>CLUSTER</a:t>
            </a:r>
          </a:p>
        </p:txBody>
      </p: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46A979F1-D0CC-4E12-F7D3-7D986F30BA20}"/>
              </a:ext>
            </a:extLst>
          </p:cNvPr>
          <p:cNvGrpSpPr/>
          <p:nvPr/>
        </p:nvGrpSpPr>
        <p:grpSpPr>
          <a:xfrm>
            <a:off x="4947013" y="1185427"/>
            <a:ext cx="2042228" cy="591653"/>
            <a:chOff x="219770" y="857050"/>
            <a:chExt cx="2722971" cy="788870"/>
          </a:xfrm>
        </p:grpSpPr>
        <p:sp>
          <p:nvSpPr>
            <p:cNvPr id="180" name="Rectángulo: esquinas redondeadas 179">
              <a:extLst>
                <a:ext uri="{FF2B5EF4-FFF2-40B4-BE49-F238E27FC236}">
                  <a16:creationId xmlns:a16="http://schemas.microsoft.com/office/drawing/2014/main" id="{8F63B82B-0C4E-FCD3-940B-FAA81469FBDE}"/>
                </a:ext>
              </a:extLst>
            </p:cNvPr>
            <p:cNvSpPr/>
            <p:nvPr/>
          </p:nvSpPr>
          <p:spPr>
            <a:xfrm>
              <a:off x="219770" y="900965"/>
              <a:ext cx="762000" cy="245030"/>
            </a:xfrm>
            <a:prstGeom prst="roundRect">
              <a:avLst>
                <a:gd name="adj" fmla="val 50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75" b="1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Cluster</a:t>
              </a:r>
              <a:endParaRPr lang="es-ES" sz="788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81" name="Rectángulo: esquinas redondeadas 180">
              <a:extLst>
                <a:ext uri="{FF2B5EF4-FFF2-40B4-BE49-F238E27FC236}">
                  <a16:creationId xmlns:a16="http://schemas.microsoft.com/office/drawing/2014/main" id="{BE278D4A-24FA-5D35-43A3-9C43E496EDC9}"/>
                </a:ext>
              </a:extLst>
            </p:cNvPr>
            <p:cNvSpPr/>
            <p:nvPr/>
          </p:nvSpPr>
          <p:spPr>
            <a:xfrm>
              <a:off x="921532" y="1031724"/>
              <a:ext cx="2021209" cy="614196"/>
            </a:xfrm>
            <a:prstGeom prst="roundRect">
              <a:avLst>
                <a:gd name="adj" fmla="val 8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00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Conjunto de máquinas virtuales 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gestionadas por </a:t>
              </a:r>
              <a:r>
                <a:rPr lang="es-ES" sz="600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Databricks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/Spark para ejecutar trabajos distribuidos.</a:t>
              </a:r>
              <a:endParaRPr lang="es-ES" sz="75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9" name="Elipse 178">
              <a:extLst>
                <a:ext uri="{FF2B5EF4-FFF2-40B4-BE49-F238E27FC236}">
                  <a16:creationId xmlns:a16="http://schemas.microsoft.com/office/drawing/2014/main" id="{B83648DB-2F6F-0F1F-685C-4DA98C98425B}"/>
                </a:ext>
              </a:extLst>
            </p:cNvPr>
            <p:cNvSpPr/>
            <p:nvPr/>
          </p:nvSpPr>
          <p:spPr>
            <a:xfrm>
              <a:off x="815340" y="857050"/>
              <a:ext cx="332860" cy="332860"/>
            </a:xfrm>
            <a:prstGeom prst="ellipse">
              <a:avLst/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200" b="1" dirty="0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82B5B447-62BC-F5D6-478A-BA45F7552CD0}"/>
              </a:ext>
            </a:extLst>
          </p:cNvPr>
          <p:cNvGrpSpPr/>
          <p:nvPr/>
        </p:nvGrpSpPr>
        <p:grpSpPr>
          <a:xfrm>
            <a:off x="1380854" y="1510750"/>
            <a:ext cx="1932656" cy="528812"/>
            <a:chOff x="219770" y="857050"/>
            <a:chExt cx="2576875" cy="705082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628B3E48-562C-D276-9F28-376E730CC796}"/>
                </a:ext>
              </a:extLst>
            </p:cNvPr>
            <p:cNvSpPr/>
            <p:nvPr/>
          </p:nvSpPr>
          <p:spPr>
            <a:xfrm>
              <a:off x="219770" y="900965"/>
              <a:ext cx="762000" cy="245030"/>
            </a:xfrm>
            <a:prstGeom prst="roundRect">
              <a:avLst>
                <a:gd name="adj" fmla="val 50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75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Driver</a:t>
              </a:r>
              <a:endParaRPr lang="es-ES" sz="788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6C67CEC6-4AF0-EC32-273D-19794E7D2C2B}"/>
                </a:ext>
              </a:extLst>
            </p:cNvPr>
            <p:cNvSpPr/>
            <p:nvPr/>
          </p:nvSpPr>
          <p:spPr>
            <a:xfrm>
              <a:off x="921533" y="1031724"/>
              <a:ext cx="1875112" cy="530408"/>
            </a:xfrm>
            <a:prstGeom prst="roundRect">
              <a:avLst>
                <a:gd name="adj" fmla="val 8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600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   Nodo que coordina 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el trabajo: planifica, optimiza, crea el DAG y envía tareas a los </a:t>
              </a:r>
              <a:r>
                <a:rPr lang="es-ES" sz="600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Workers</a:t>
              </a:r>
              <a:r>
                <a:rPr lang="es-ES" sz="6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.</a:t>
              </a:r>
              <a:endParaRPr lang="es-ES" sz="75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3550AB40-E8A4-5C6B-375D-90CE95AC1F06}"/>
                </a:ext>
              </a:extLst>
            </p:cNvPr>
            <p:cNvSpPr/>
            <p:nvPr/>
          </p:nvSpPr>
          <p:spPr>
            <a:xfrm>
              <a:off x="815340" y="857050"/>
              <a:ext cx="332860" cy="332860"/>
            </a:xfrm>
            <a:prstGeom prst="ellipse">
              <a:avLst/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200" b="1" dirty="0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2CDAB205-DF76-9657-36BB-3F7D85A9838E}"/>
              </a:ext>
            </a:extLst>
          </p:cNvPr>
          <p:cNvSpPr/>
          <p:nvPr/>
        </p:nvSpPr>
        <p:spPr>
          <a:xfrm>
            <a:off x="1413412" y="1796907"/>
            <a:ext cx="113846" cy="96949"/>
          </a:xfrm>
          <a:prstGeom prst="star5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419081E-F8E0-2B48-2E97-D824DA51699E}"/>
              </a:ext>
            </a:extLst>
          </p:cNvPr>
          <p:cNvSpPr txBox="1"/>
          <p:nvPr/>
        </p:nvSpPr>
        <p:spPr>
          <a:xfrm>
            <a:off x="1479545" y="1766275"/>
            <a:ext cx="8472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" dirty="0">
                <a:latin typeface="Montserrat" panose="00000500000000000000" pitchFamily="2" charset="0"/>
              </a:rPr>
              <a:t>Pandas</a:t>
            </a:r>
            <a:endParaRPr lang="es-ES" sz="1350" dirty="0">
              <a:latin typeface="Montserrat" panose="00000500000000000000" pitchFamily="2" charset="0"/>
            </a:endParaRPr>
          </a:p>
        </p:txBody>
      </p:sp>
      <p:sp>
        <p:nvSpPr>
          <p:cNvPr id="18" name="Google Shape;274;g35ee5cc475b_0_15">
            <a:extLst>
              <a:ext uri="{FF2B5EF4-FFF2-40B4-BE49-F238E27FC236}">
                <a16:creationId xmlns:a16="http://schemas.microsoft.com/office/drawing/2014/main" id="{ECCED92C-3819-10FC-074F-4E39E2C8D8A1}"/>
              </a:ext>
            </a:extLst>
          </p:cNvPr>
          <p:cNvSpPr txBox="1">
            <a:spLocks/>
          </p:cNvSpPr>
          <p:nvPr/>
        </p:nvSpPr>
        <p:spPr>
          <a:xfrm>
            <a:off x="249893" y="362215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¿Qué es?</a:t>
            </a:r>
          </a:p>
        </p:txBody>
      </p:sp>
    </p:spTree>
    <p:extLst>
      <p:ext uri="{BB962C8B-B14F-4D97-AF65-F5344CB8AC3E}">
        <p14:creationId xmlns:p14="http://schemas.microsoft.com/office/powerpoint/2010/main" val="3975340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74;g35ee5cc475b_0_15">
            <a:extLst>
              <a:ext uri="{FF2B5EF4-FFF2-40B4-BE49-F238E27FC236}">
                <a16:creationId xmlns:a16="http://schemas.microsoft.com/office/drawing/2014/main" id="{EBCE5E87-0E17-DA23-8ECF-8793F3FA137C}"/>
              </a:ext>
            </a:extLst>
          </p:cNvPr>
          <p:cNvSpPr txBox="1">
            <a:spLocks/>
          </p:cNvSpPr>
          <p:nvPr/>
        </p:nvSpPr>
        <p:spPr>
          <a:xfrm>
            <a:off x="249893" y="362215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Modos de Acceso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4F94761-1355-14F9-D165-59C8AAF202B2}"/>
              </a:ext>
            </a:extLst>
          </p:cNvPr>
          <p:cNvGrpSpPr/>
          <p:nvPr/>
        </p:nvGrpSpPr>
        <p:grpSpPr>
          <a:xfrm>
            <a:off x="6396511" y="2063480"/>
            <a:ext cx="2497586" cy="2709153"/>
            <a:chOff x="8528682" y="1608307"/>
            <a:chExt cx="3330114" cy="3612204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8250FD22-7927-1619-36B7-7125FD52895A}"/>
                </a:ext>
              </a:extLst>
            </p:cNvPr>
            <p:cNvSpPr/>
            <p:nvPr/>
          </p:nvSpPr>
          <p:spPr>
            <a:xfrm>
              <a:off x="8528682" y="1608307"/>
              <a:ext cx="3191082" cy="3612204"/>
            </a:xfrm>
            <a:prstGeom prst="roundRect">
              <a:avLst>
                <a:gd name="adj" fmla="val 5303"/>
              </a:avLst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sz="1350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9B1AB18-F3CA-16E8-7BD8-FB8515DFFE77}"/>
                </a:ext>
              </a:extLst>
            </p:cNvPr>
            <p:cNvSpPr txBox="1"/>
            <p:nvPr/>
          </p:nvSpPr>
          <p:spPr>
            <a:xfrm>
              <a:off x="8528683" y="1692404"/>
              <a:ext cx="319108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 Isolation Shared Access Mode</a:t>
              </a:r>
              <a:endParaRPr lang="es-ES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CB5EE87F-0CBD-1A9F-66FF-EF625BB1A818}"/>
                </a:ext>
              </a:extLst>
            </p:cNvPr>
            <p:cNvSpPr txBox="1"/>
            <p:nvPr/>
          </p:nvSpPr>
          <p:spPr>
            <a:xfrm>
              <a:off x="8667714" y="2767279"/>
              <a:ext cx="291301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Todos los usuarios comparten la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misma identidad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técnica.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 hay control de credenciales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individuales.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No soporta Unity </a:t>
              </a:r>
              <a:r>
                <a:rPr lang="es-ES" sz="75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Catalog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ni </a:t>
              </a:r>
              <a:r>
                <a:rPr lang="es-ES" sz="7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passthrough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  <a:endParaRPr lang="es-ES" sz="900" dirty="0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4CAEB5E4-6201-BE1F-87DF-17BED1978709}"/>
                </a:ext>
              </a:extLst>
            </p:cNvPr>
            <p:cNvSpPr txBox="1"/>
            <p:nvPr/>
          </p:nvSpPr>
          <p:spPr>
            <a:xfrm>
              <a:off x="8667714" y="4514214"/>
              <a:ext cx="3191082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75" dirty="0">
                  <a:solidFill>
                    <a:schemeClr val="bg1"/>
                  </a:solidFill>
                  <a:latin typeface="Montserrat" panose="00000500000000000000" pitchFamily="2" charset="0"/>
                </a:rPr>
                <a:t>=&gt; Ejemplo de contexto:</a:t>
              </a:r>
              <a:br>
                <a:rPr lang="es-ES" sz="675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"Uso un 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antiguo para pruebas rápidas con datos no sensibles."</a:t>
              </a:r>
              <a:endParaRPr lang="es-ES" sz="675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43" name="Imagen 42" descr="Icono&#10;&#10;El contenido generado por IA puede ser incorrecto.">
            <a:extLst>
              <a:ext uri="{FF2B5EF4-FFF2-40B4-BE49-F238E27FC236}">
                <a16:creationId xmlns:a16="http://schemas.microsoft.com/office/drawing/2014/main" id="{9E70179F-536C-62BE-9FDF-E60D548BC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500" y="2519328"/>
            <a:ext cx="325244" cy="325244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4E0C67C7-90D7-3484-39ED-854CAA537D67}"/>
              </a:ext>
            </a:extLst>
          </p:cNvPr>
          <p:cNvGrpSpPr/>
          <p:nvPr/>
        </p:nvGrpSpPr>
        <p:grpSpPr>
          <a:xfrm>
            <a:off x="354177" y="2063480"/>
            <a:ext cx="2393312" cy="2709153"/>
            <a:chOff x="8667714" y="1608307"/>
            <a:chExt cx="3191082" cy="3612204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2BF55CAF-8453-3308-0031-52B2464AEC0B}"/>
                </a:ext>
              </a:extLst>
            </p:cNvPr>
            <p:cNvSpPr/>
            <p:nvPr/>
          </p:nvSpPr>
          <p:spPr>
            <a:xfrm>
              <a:off x="8667714" y="1608307"/>
              <a:ext cx="3191082" cy="3612204"/>
            </a:xfrm>
            <a:prstGeom prst="roundRect">
              <a:avLst>
                <a:gd name="adj" fmla="val 5303"/>
              </a:avLst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sz="1350" dirty="0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5AD7E52-7A4D-0B6D-33E2-C18E88E31242}"/>
                </a:ext>
              </a:extLst>
            </p:cNvPr>
            <p:cNvSpPr txBox="1"/>
            <p:nvPr/>
          </p:nvSpPr>
          <p:spPr>
            <a:xfrm>
              <a:off x="8806745" y="1659770"/>
              <a:ext cx="2913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Single </a:t>
              </a:r>
              <a:r>
                <a:rPr lang="es-ES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User</a:t>
              </a:r>
              <a:r>
                <a:rPr lang="es-E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Access </a:t>
              </a:r>
              <a:r>
                <a:rPr lang="es-ES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</a:t>
              </a:r>
              <a:endParaRPr lang="es-ES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8695AC74-C817-10AB-7317-9C33A166BA02}"/>
                </a:ext>
              </a:extLst>
            </p:cNvPr>
            <p:cNvSpPr txBox="1"/>
            <p:nvPr/>
          </p:nvSpPr>
          <p:spPr>
            <a:xfrm>
              <a:off x="8715953" y="2767280"/>
              <a:ext cx="291301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Solo una identidad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puede usarlo: el propietario.</a:t>
              </a:r>
              <a:b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Autenticación y permisos controlados al 100% por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Unity </a:t>
              </a:r>
              <a:r>
                <a:rPr lang="es-ES" sz="75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Catalog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+ IAM.</a:t>
              </a:r>
              <a:b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Ideal para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seguridad alta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, acceso a datos sensibles, ML, </a:t>
              </a:r>
              <a:r>
                <a:rPr lang="es-ES" sz="7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Service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7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Principals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  <a:endParaRPr lang="es-ES" sz="900" dirty="0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C2F1CB6D-3E61-FAED-C3B9-325FDD9E1F78}"/>
                </a:ext>
              </a:extLst>
            </p:cNvPr>
            <p:cNvSpPr txBox="1"/>
            <p:nvPr/>
          </p:nvSpPr>
          <p:spPr>
            <a:xfrm>
              <a:off x="8667714" y="4514214"/>
              <a:ext cx="3191082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675" dirty="0">
                  <a:solidFill>
                    <a:schemeClr val="bg1"/>
                  </a:solidFill>
                  <a:latin typeface="Montserrat" panose="00000500000000000000" pitchFamily="2" charset="0"/>
                </a:rPr>
                <a:t>=&gt; Ejemplo de contexto:</a:t>
              </a:r>
              <a:b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</a:b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"Estoy desarrollando un modelo de ML con acceso a datos sensibles: 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Single 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User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."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49BDB-66F0-E180-E4F7-734B047D188C}"/>
              </a:ext>
            </a:extLst>
          </p:cNvPr>
          <p:cNvGrpSpPr/>
          <p:nvPr/>
        </p:nvGrpSpPr>
        <p:grpSpPr>
          <a:xfrm>
            <a:off x="3375344" y="2063480"/>
            <a:ext cx="2393312" cy="2709153"/>
            <a:chOff x="8667714" y="1608307"/>
            <a:chExt cx="3191082" cy="3612204"/>
          </a:xfrm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ADBA5893-224F-5352-4E40-BE15BD4E84C5}"/>
                </a:ext>
              </a:extLst>
            </p:cNvPr>
            <p:cNvSpPr/>
            <p:nvPr/>
          </p:nvSpPr>
          <p:spPr>
            <a:xfrm>
              <a:off x="8667714" y="1608307"/>
              <a:ext cx="3191082" cy="3612204"/>
            </a:xfrm>
            <a:prstGeom prst="roundRect">
              <a:avLst>
                <a:gd name="adj" fmla="val 5303"/>
              </a:avLst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ES" sz="1350" dirty="0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DCC0CCDC-07AA-C60A-3825-331CEA9B73B4}"/>
                </a:ext>
              </a:extLst>
            </p:cNvPr>
            <p:cNvSpPr txBox="1"/>
            <p:nvPr/>
          </p:nvSpPr>
          <p:spPr>
            <a:xfrm>
              <a:off x="9104994" y="1653870"/>
              <a:ext cx="2461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Shared</a:t>
              </a:r>
              <a:r>
                <a:rPr lang="es-ES" sz="1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Access </a:t>
              </a:r>
              <a:r>
                <a:rPr lang="es-ES" sz="12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</a:t>
              </a:r>
              <a:endParaRPr lang="es-ES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8B9D147A-1443-776D-DC76-2A7DB7B931B3}"/>
                </a:ext>
              </a:extLst>
            </p:cNvPr>
            <p:cNvSpPr txBox="1"/>
            <p:nvPr/>
          </p:nvSpPr>
          <p:spPr>
            <a:xfrm>
              <a:off x="8748379" y="2767279"/>
              <a:ext cx="291301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Varias personas 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pueden usar el mismo </a:t>
              </a:r>
              <a:r>
                <a:rPr lang="es-ES" sz="750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cluster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Cada notebook se ejecuta con la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identidad real del usuario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.</a:t>
              </a:r>
            </a:p>
            <a:p>
              <a:pPr marL="128588" indent="-128588">
                <a:buFont typeface="Arial" panose="020B0604020202020204" pitchFamily="34" charset="0"/>
                <a:buChar char="•"/>
              </a:pPr>
              <a:endParaRPr lang="es-ES" sz="75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Permite </a:t>
              </a:r>
              <a:r>
                <a:rPr lang="es-ES" sz="75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colaboración</a:t>
              </a:r>
              <a:r>
                <a:rPr lang="es-ES" sz="750" dirty="0">
                  <a:solidFill>
                    <a:schemeClr val="bg1"/>
                  </a:solidFill>
                  <a:latin typeface="Montserrat" panose="00000500000000000000" pitchFamily="2" charset="0"/>
                </a:rPr>
                <a:t> y mantiene permisos individuales.</a:t>
              </a:r>
              <a:endParaRPr lang="es-ES" sz="900" dirty="0"/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28C9CE1C-78A2-0B2C-50EA-95D2E703C46D}"/>
                </a:ext>
              </a:extLst>
            </p:cNvPr>
            <p:cNvSpPr txBox="1"/>
            <p:nvPr/>
          </p:nvSpPr>
          <p:spPr>
            <a:xfrm>
              <a:off x="8667714" y="4514214"/>
              <a:ext cx="3191082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indent="-128588">
                <a:buFont typeface="Symbol" panose="05050102010706020507" pitchFamily="18" charset="2"/>
                <a:buChar char="Þ"/>
              </a:pPr>
              <a:r>
                <a:rPr lang="es-ES" sz="675" dirty="0">
                  <a:solidFill>
                    <a:schemeClr val="bg1"/>
                  </a:solidFill>
                  <a:latin typeface="Montserrat" panose="00000500000000000000" pitchFamily="2" charset="0"/>
                </a:rPr>
                <a:t>Ejemplo de contexto:</a:t>
              </a:r>
            </a:p>
            <a:p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"Estamos editando notebooks en equipo y cada uno ve solo lo que tiene permiso—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Shared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 </a:t>
              </a:r>
              <a:r>
                <a:rPr lang="es-ES" sz="675" i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Mode</a:t>
              </a:r>
              <a:r>
                <a:rPr lang="es-ES" sz="675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."</a:t>
              </a:r>
            </a:p>
          </p:txBody>
        </p:sp>
      </p:grpSp>
      <p:pic>
        <p:nvPicPr>
          <p:cNvPr id="33" name="Imagen 32" descr="Icono&#10;&#10;El contenido generado por IA puede ser incorrecto.">
            <a:extLst>
              <a:ext uri="{FF2B5EF4-FFF2-40B4-BE49-F238E27FC236}">
                <a16:creationId xmlns:a16="http://schemas.microsoft.com/office/drawing/2014/main" id="{305B746E-A3E0-AE97-ADA1-04B686C8E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972" y="2521903"/>
            <a:ext cx="295676" cy="295676"/>
          </a:xfrm>
          <a:prstGeom prst="rect">
            <a:avLst/>
          </a:prstGeom>
        </p:spPr>
      </p:pic>
      <p:pic>
        <p:nvPicPr>
          <p:cNvPr id="35" name="Imagen 34" descr="Icono&#10;&#10;El contenido generado por IA puede ser incorrecto.">
            <a:extLst>
              <a:ext uri="{FF2B5EF4-FFF2-40B4-BE49-F238E27FC236}">
                <a16:creationId xmlns:a16="http://schemas.microsoft.com/office/drawing/2014/main" id="{B030FF2D-FF2E-CAB2-9BE4-D0CC3857E6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293" y="4564936"/>
            <a:ext cx="476191" cy="476191"/>
          </a:xfrm>
          <a:prstGeom prst="rect">
            <a:avLst/>
          </a:prstGeom>
        </p:spPr>
      </p:pic>
      <p:pic>
        <p:nvPicPr>
          <p:cNvPr id="37" name="Imagen 36" descr="Icono&#10;&#10;El contenido generado por IA puede ser incorrecto.">
            <a:extLst>
              <a:ext uri="{FF2B5EF4-FFF2-40B4-BE49-F238E27FC236}">
                <a16:creationId xmlns:a16="http://schemas.microsoft.com/office/drawing/2014/main" id="{EFBD8DB6-DE9B-B29A-62D0-9F306D43D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378" y="2519327"/>
            <a:ext cx="325244" cy="325244"/>
          </a:xfrm>
          <a:prstGeom prst="rect">
            <a:avLst/>
          </a:prstGeom>
        </p:spPr>
      </p:pic>
      <p:pic>
        <p:nvPicPr>
          <p:cNvPr id="39" name="Imagen 38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58596F1F-1378-E80D-7979-99E8720947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215" y="5304597"/>
            <a:ext cx="476191" cy="4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37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C3822A13-ACA8-A6B5-A41D-D3A73B01895A}"/>
              </a:ext>
            </a:extLst>
          </p:cNvPr>
          <p:cNvSpPr/>
          <p:nvPr/>
        </p:nvSpPr>
        <p:spPr>
          <a:xfrm>
            <a:off x="2744082" y="2040455"/>
            <a:ext cx="1694831" cy="2709153"/>
          </a:xfrm>
          <a:prstGeom prst="roundRect">
            <a:avLst>
              <a:gd name="adj" fmla="val 5303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350" dirty="0"/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5C249331-28CE-59F3-29D9-81D46F45854D}"/>
              </a:ext>
            </a:extLst>
          </p:cNvPr>
          <p:cNvSpPr/>
          <p:nvPr/>
        </p:nvSpPr>
        <p:spPr>
          <a:xfrm>
            <a:off x="4697637" y="2040455"/>
            <a:ext cx="1694831" cy="2709153"/>
          </a:xfrm>
          <a:prstGeom prst="roundRect">
            <a:avLst>
              <a:gd name="adj" fmla="val 5303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350" dirty="0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EF946A6F-91BB-5280-0837-E1AE5E9EA456}"/>
              </a:ext>
            </a:extLst>
          </p:cNvPr>
          <p:cNvSpPr/>
          <p:nvPr/>
        </p:nvSpPr>
        <p:spPr>
          <a:xfrm>
            <a:off x="6651192" y="2040455"/>
            <a:ext cx="1694831" cy="2709153"/>
          </a:xfrm>
          <a:prstGeom prst="roundRect">
            <a:avLst>
              <a:gd name="adj" fmla="val 5303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350" dirty="0"/>
          </a:p>
        </p:txBody>
      </p:sp>
      <p:sp>
        <p:nvSpPr>
          <p:cNvPr id="4" name="Google Shape;274;g35ee5cc475b_0_15">
            <a:extLst>
              <a:ext uri="{FF2B5EF4-FFF2-40B4-BE49-F238E27FC236}">
                <a16:creationId xmlns:a16="http://schemas.microsoft.com/office/drawing/2014/main" id="{5B89A1BC-E8C8-8232-1071-35FE1E068790}"/>
              </a:ext>
            </a:extLst>
          </p:cNvPr>
          <p:cNvSpPr txBox="1">
            <a:spLocks/>
          </p:cNvSpPr>
          <p:nvPr/>
        </p:nvSpPr>
        <p:spPr>
          <a:xfrm>
            <a:off x="262623" y="988014"/>
            <a:ext cx="5915025" cy="407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sz="1800" b="1" dirty="0" err="1"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r>
              <a:rPr lang="es-ES" sz="1800" b="1" dirty="0">
                <a:latin typeface="Montserrat" panose="00000500000000000000" pitchFamily="2" charset="0"/>
                <a:cs typeface="Mongolian Baiti" panose="03000500000000000000" pitchFamily="66" charset="0"/>
              </a:rPr>
              <a:t> </a:t>
            </a:r>
            <a:r>
              <a:rPr lang="es-ES" sz="1800" b="1" dirty="0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| Tipos de </a:t>
            </a:r>
            <a:r>
              <a:rPr lang="es-ES" sz="1800" b="1" dirty="0" err="1">
                <a:solidFill>
                  <a:schemeClr val="accent1"/>
                </a:solidFill>
                <a:latin typeface="Montserrat" panose="00000500000000000000" pitchFamily="2" charset="0"/>
                <a:cs typeface="Mongolian Baiti" panose="03000500000000000000" pitchFamily="66" charset="0"/>
              </a:rPr>
              <a:t>Clusters</a:t>
            </a:r>
            <a:endParaRPr lang="es-ES" sz="1800" b="1" dirty="0">
              <a:solidFill>
                <a:schemeClr val="accent1"/>
              </a:solidFill>
              <a:latin typeface="Montserrat" panose="00000500000000000000" pitchFamily="2" charset="0"/>
              <a:cs typeface="Mongolian Baiti" panose="03000500000000000000" pitchFamily="66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DC950FD-CD85-C717-C952-D9D381A4A95D}"/>
              </a:ext>
            </a:extLst>
          </p:cNvPr>
          <p:cNvSpPr/>
          <p:nvPr/>
        </p:nvSpPr>
        <p:spPr>
          <a:xfrm>
            <a:off x="678027" y="2040455"/>
            <a:ext cx="1694831" cy="2709153"/>
          </a:xfrm>
          <a:prstGeom prst="roundRect">
            <a:avLst>
              <a:gd name="adj" fmla="val 5303"/>
            </a:avLst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350" dirty="0"/>
          </a:p>
        </p:txBody>
      </p:sp>
      <p:pic>
        <p:nvPicPr>
          <p:cNvPr id="32" name="Imagen 31" descr="Texto&#10;&#10;El contenido generado por IA puede ser incorrecto.">
            <a:extLst>
              <a:ext uri="{FF2B5EF4-FFF2-40B4-BE49-F238E27FC236}">
                <a16:creationId xmlns:a16="http://schemas.microsoft.com/office/drawing/2014/main" id="{C2D37883-62CD-EC1A-A770-649D88B5E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875" y="2297185"/>
            <a:ext cx="325244" cy="325244"/>
          </a:xfrm>
          <a:prstGeom prst="rect">
            <a:avLst/>
          </a:prstGeom>
        </p:spPr>
      </p:pic>
      <p:pic>
        <p:nvPicPr>
          <p:cNvPr id="36" name="Imagen 35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4F962AF7-9CCE-6768-9519-8942B806C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430" y="2279296"/>
            <a:ext cx="325244" cy="325244"/>
          </a:xfrm>
          <a:prstGeom prst="rect">
            <a:avLst/>
          </a:prstGeom>
        </p:spPr>
      </p:pic>
      <p:pic>
        <p:nvPicPr>
          <p:cNvPr id="38" name="Imagen 37" descr="Texto, Icono&#10;&#10;El contenido generado por IA puede ser incorrecto.">
            <a:extLst>
              <a:ext uri="{FF2B5EF4-FFF2-40B4-BE49-F238E27FC236}">
                <a16:creationId xmlns:a16="http://schemas.microsoft.com/office/drawing/2014/main" id="{6C6F3BBE-728B-6232-6098-653606DA95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238" y="2263034"/>
            <a:ext cx="393546" cy="393546"/>
          </a:xfrm>
          <a:prstGeom prst="rect">
            <a:avLst/>
          </a:prstGeom>
        </p:spPr>
      </p:pic>
      <p:pic>
        <p:nvPicPr>
          <p:cNvPr id="40" name="Imagen 39" descr="Icono&#10;&#10;El contenido generado por IA puede ser incorrecto.">
            <a:extLst>
              <a:ext uri="{FF2B5EF4-FFF2-40B4-BE49-F238E27FC236}">
                <a16:creationId xmlns:a16="http://schemas.microsoft.com/office/drawing/2014/main" id="{B575D44E-2952-773A-EE4F-4503DAEA13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723" y="2239600"/>
            <a:ext cx="357769" cy="357769"/>
          </a:xfrm>
          <a:prstGeom prst="rect">
            <a:avLst/>
          </a:prstGeom>
        </p:spPr>
      </p:pic>
      <p:sp>
        <p:nvSpPr>
          <p:cNvPr id="51" name="Elipse 50">
            <a:extLst>
              <a:ext uri="{FF2B5EF4-FFF2-40B4-BE49-F238E27FC236}">
                <a16:creationId xmlns:a16="http://schemas.microsoft.com/office/drawing/2014/main" id="{5443F957-85E8-45B4-6A8B-D6E2FFCCF75D}"/>
              </a:ext>
            </a:extLst>
          </p:cNvPr>
          <p:cNvSpPr/>
          <p:nvPr/>
        </p:nvSpPr>
        <p:spPr>
          <a:xfrm>
            <a:off x="1171234" y="2215787"/>
            <a:ext cx="590550" cy="5905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92E22A-81DC-21B2-DA54-AE32E9D4EE74}"/>
              </a:ext>
            </a:extLst>
          </p:cNvPr>
          <p:cNvSpPr/>
          <p:nvPr/>
        </p:nvSpPr>
        <p:spPr>
          <a:xfrm>
            <a:off x="3296222" y="2164531"/>
            <a:ext cx="590550" cy="5905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E05CEF2E-96C3-C590-EDEF-D3AE066A8AE8}"/>
              </a:ext>
            </a:extLst>
          </p:cNvPr>
          <p:cNvSpPr/>
          <p:nvPr/>
        </p:nvSpPr>
        <p:spPr>
          <a:xfrm>
            <a:off x="5249777" y="2164531"/>
            <a:ext cx="590550" cy="5905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FEF46CF8-1DF1-4072-A8C1-49DC1081DF98}"/>
              </a:ext>
            </a:extLst>
          </p:cNvPr>
          <p:cNvSpPr/>
          <p:nvPr/>
        </p:nvSpPr>
        <p:spPr>
          <a:xfrm>
            <a:off x="7203332" y="2146643"/>
            <a:ext cx="590550" cy="59055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52A29A8-C1D3-4BA8-590F-5DA350321396}"/>
              </a:ext>
            </a:extLst>
          </p:cNvPr>
          <p:cNvSpPr txBox="1"/>
          <p:nvPr/>
        </p:nvSpPr>
        <p:spPr>
          <a:xfrm>
            <a:off x="727723" y="2866253"/>
            <a:ext cx="15954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All-Purpose</a:t>
            </a:r>
            <a:r>
              <a:rPr lang="es-ES" sz="1050" dirty="0">
                <a:solidFill>
                  <a:schemeClr val="bg1"/>
                </a:solidFill>
                <a:latin typeface="Montserrat SemiBold" panose="00000700000000000000" pitchFamily="2" charset="0"/>
              </a:rPr>
              <a:t> </a:t>
            </a:r>
            <a:r>
              <a:rPr lang="es-ES" sz="105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Clusters</a:t>
            </a:r>
            <a:endParaRPr lang="es-ES" sz="1050" dirty="0">
              <a:solidFill>
                <a:schemeClr val="bg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BBF6395-619A-6544-19A0-75669725521D}"/>
              </a:ext>
            </a:extLst>
          </p:cNvPr>
          <p:cNvSpPr txBox="1"/>
          <p:nvPr/>
        </p:nvSpPr>
        <p:spPr>
          <a:xfrm>
            <a:off x="2793778" y="2866253"/>
            <a:ext cx="15954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dirty="0">
                <a:solidFill>
                  <a:schemeClr val="bg1"/>
                </a:solidFill>
                <a:latin typeface="Montserrat SemiBold" panose="00000700000000000000" pitchFamily="2" charset="0"/>
              </a:rPr>
              <a:t>JOB </a:t>
            </a:r>
            <a:r>
              <a:rPr lang="es-ES" sz="105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Clusters</a:t>
            </a:r>
            <a:endParaRPr lang="es-ES" sz="1050" dirty="0">
              <a:solidFill>
                <a:schemeClr val="bg1"/>
              </a:solidFill>
              <a:latin typeface="Montserrat SemiBold" panose="00000700000000000000" pitchFamily="2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28EED7C-8601-2591-9785-8A8AA7556F85}"/>
              </a:ext>
            </a:extLst>
          </p:cNvPr>
          <p:cNvSpPr txBox="1"/>
          <p:nvPr/>
        </p:nvSpPr>
        <p:spPr>
          <a:xfrm>
            <a:off x="4747333" y="2866252"/>
            <a:ext cx="15954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Clusters</a:t>
            </a:r>
            <a:r>
              <a:rPr lang="es-ES" sz="1050" dirty="0">
                <a:solidFill>
                  <a:schemeClr val="bg1"/>
                </a:solidFill>
                <a:latin typeface="Montserrat SemiBold" panose="00000700000000000000" pitchFamily="2" charset="0"/>
              </a:rPr>
              <a:t> Pools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CE2742E-F9E6-DF23-F5FC-D1874A4549BF}"/>
              </a:ext>
            </a:extLst>
          </p:cNvPr>
          <p:cNvSpPr txBox="1"/>
          <p:nvPr/>
        </p:nvSpPr>
        <p:spPr>
          <a:xfrm>
            <a:off x="6700888" y="2866252"/>
            <a:ext cx="15954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dirty="0">
                <a:solidFill>
                  <a:schemeClr val="bg1"/>
                </a:solidFill>
                <a:latin typeface="Montserrat SemiBold" panose="00000700000000000000" pitchFamily="2" charset="0"/>
              </a:rPr>
              <a:t>SQL </a:t>
            </a:r>
            <a:r>
              <a:rPr lang="es-ES" sz="105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Warehouses</a:t>
            </a:r>
            <a:endParaRPr lang="es-ES" sz="1050" dirty="0">
              <a:solidFill>
                <a:schemeClr val="bg1"/>
              </a:solidFill>
              <a:latin typeface="Montserrat SemiBold" panose="00000700000000000000" pitchFamily="2" charset="0"/>
            </a:endParaRP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A62B6C2F-6384-F8B9-27BF-C1362836C5DD}"/>
              </a:ext>
            </a:extLst>
          </p:cNvPr>
          <p:cNvCxnSpPr/>
          <p:nvPr/>
        </p:nvCxnSpPr>
        <p:spPr>
          <a:xfrm>
            <a:off x="678027" y="3176588"/>
            <a:ext cx="16948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A1C634EE-F2B8-23BA-E1E3-E8153C3F7D86}"/>
              </a:ext>
            </a:extLst>
          </p:cNvPr>
          <p:cNvCxnSpPr/>
          <p:nvPr/>
        </p:nvCxnSpPr>
        <p:spPr>
          <a:xfrm>
            <a:off x="2744082" y="3171825"/>
            <a:ext cx="16948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CDDA0BD2-0387-AF3B-6E73-0C6EE4C9600E}"/>
              </a:ext>
            </a:extLst>
          </p:cNvPr>
          <p:cNvCxnSpPr/>
          <p:nvPr/>
        </p:nvCxnSpPr>
        <p:spPr>
          <a:xfrm>
            <a:off x="4697637" y="3167063"/>
            <a:ext cx="16948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E8622229-2FE0-EB51-6C53-C912966F414E}"/>
              </a:ext>
            </a:extLst>
          </p:cNvPr>
          <p:cNvCxnSpPr/>
          <p:nvPr/>
        </p:nvCxnSpPr>
        <p:spPr>
          <a:xfrm>
            <a:off x="6651192" y="3167063"/>
            <a:ext cx="16948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3978C81C-4D73-F46A-5F0E-65B37DDC8644}"/>
              </a:ext>
            </a:extLst>
          </p:cNvPr>
          <p:cNvSpPr txBox="1"/>
          <p:nvPr/>
        </p:nvSpPr>
        <p:spPr>
          <a:xfrm>
            <a:off x="678027" y="3429000"/>
            <a:ext cx="174420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ideales para el </a:t>
            </a:r>
            <a:r>
              <a:rPr lang="es-ES" sz="750" b="1" dirty="0">
                <a:solidFill>
                  <a:schemeClr val="bg1"/>
                </a:solidFill>
                <a:latin typeface="Montserrat" panose="00000500000000000000" pitchFamily="2" charset="0"/>
              </a:rPr>
              <a:t>desarrollo interactivo</a:t>
            </a: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, las pruebas y la colaboración.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s-ES" sz="75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Espacio de trabajo compartido para </a:t>
            </a:r>
            <a:r>
              <a:rPr lang="es-ES" sz="750" b="1" dirty="0">
                <a:solidFill>
                  <a:schemeClr val="bg1"/>
                </a:solidFill>
                <a:latin typeface="Montserrat" panose="00000500000000000000" pitchFamily="2" charset="0"/>
              </a:rPr>
              <a:t>crear y experimentar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7D767238-1782-DC77-FE41-6C28CAACC0A1}"/>
              </a:ext>
            </a:extLst>
          </p:cNvPr>
          <p:cNvSpPr txBox="1"/>
          <p:nvPr/>
        </p:nvSpPr>
        <p:spPr>
          <a:xfrm>
            <a:off x="2742161" y="3395031"/>
            <a:ext cx="174420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diseñados específicamente para ejecutar </a:t>
            </a:r>
            <a:r>
              <a:rPr lang="es-ES" sz="750" b="1" dirty="0">
                <a:solidFill>
                  <a:schemeClr val="bg1"/>
                </a:solidFill>
                <a:latin typeface="Montserrat" panose="00000500000000000000" pitchFamily="2" charset="0"/>
              </a:rPr>
              <a:t>tareas programadas</a:t>
            </a: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 o activadas.</a:t>
            </a:r>
            <a:b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endParaRPr lang="es-ES" sz="75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Se activan para la tarea y </a:t>
            </a:r>
            <a:r>
              <a:rPr lang="es-ES" sz="750" b="1" dirty="0">
                <a:solidFill>
                  <a:schemeClr val="bg1"/>
                </a:solidFill>
                <a:latin typeface="Montserrat" panose="00000500000000000000" pitchFamily="2" charset="0"/>
              </a:rPr>
              <a:t>se apagan automáticamente cuando terminan</a:t>
            </a: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, lo que los hace ideales para ETL de producción.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AF6D14B-7689-77AF-DF37-E491FFA21C67}"/>
              </a:ext>
            </a:extLst>
          </p:cNvPr>
          <p:cNvSpPr txBox="1"/>
          <p:nvPr/>
        </p:nvSpPr>
        <p:spPr>
          <a:xfrm>
            <a:off x="4697637" y="3429000"/>
            <a:ext cx="1744208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una forma de precalentar los recursos informáticos para que los clústeres </a:t>
            </a:r>
            <a:r>
              <a:rPr lang="es-ES" sz="750" b="1" dirty="0">
                <a:solidFill>
                  <a:schemeClr val="bg1"/>
                </a:solidFill>
                <a:latin typeface="Montserrat" panose="00000500000000000000" pitchFamily="2" charset="0"/>
              </a:rPr>
              <a:t>se inicien más rápido.</a:t>
            </a: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endParaRPr lang="es-ES" sz="75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Perfectos para entornos con </a:t>
            </a:r>
            <a:r>
              <a:rPr lang="es-ES" sz="750" b="1" dirty="0">
                <a:solidFill>
                  <a:schemeClr val="bg1"/>
                </a:solidFill>
                <a:latin typeface="Montserrat" panose="00000500000000000000" pitchFamily="2" charset="0"/>
              </a:rPr>
              <a:t>trabajos cortos frecuentes</a:t>
            </a: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873A251-68F1-BA76-65A9-D34DF90438D0}"/>
              </a:ext>
            </a:extLst>
          </p:cNvPr>
          <p:cNvSpPr txBox="1"/>
          <p:nvPr/>
        </p:nvSpPr>
        <p:spPr>
          <a:xfrm>
            <a:off x="6651192" y="3636587"/>
            <a:ext cx="17442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750" dirty="0">
                <a:solidFill>
                  <a:schemeClr val="bg1"/>
                </a:solidFill>
                <a:latin typeface="Montserrat" panose="00000500000000000000" pitchFamily="2" charset="0"/>
              </a:rPr>
              <a:t>optimizados para consultas SQL y herramientas de BI.</a:t>
            </a:r>
          </a:p>
        </p:txBody>
      </p:sp>
    </p:spTree>
    <p:extLst>
      <p:ext uri="{BB962C8B-B14F-4D97-AF65-F5344CB8AC3E}">
        <p14:creationId xmlns:p14="http://schemas.microsoft.com/office/powerpoint/2010/main" val="2825763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D92B1-F3B5-F047-67B3-2A3F4643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F4A72C6-4696-24A6-0E07-12CD5C3837D2}"/>
              </a:ext>
            </a:extLst>
          </p:cNvPr>
          <p:cNvSpPr txBox="1"/>
          <p:nvPr/>
        </p:nvSpPr>
        <p:spPr>
          <a:xfrm>
            <a:off x="502627" y="1628800"/>
            <a:ext cx="81387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  <a:p>
            <a:pPr algn="ctr"/>
            <a:endParaRPr lang="es-E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Exploración de Datos con Spark</a:t>
            </a:r>
          </a:p>
          <a:p>
            <a:pPr algn="ctr"/>
            <a:r>
              <a:rPr lang="es-ES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DBUtils</a:t>
            </a:r>
            <a:endParaRPr lang="es-E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s-ES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Dashboards</a:t>
            </a:r>
            <a:r>
              <a:rPr lang="es-ES" sz="28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s-ES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Intro</a:t>
            </a:r>
            <a:endParaRPr lang="es-E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204689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79858A-5E67-489D-9BB4-CD604D981F2A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ce845bb0-6f82-4cf9-8b02-3916bb6268df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e24c3f89-b1e2-4b5c-81e1-9b07710f5189"/>
  </ds:schemaRefs>
</ds:datastoreItem>
</file>

<file path=customXml/itemProps2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12375</TotalTime>
  <Words>2060</Words>
  <Application>Microsoft Office PowerPoint</Application>
  <PresentationFormat>Presentación en pantalla (4:3)</PresentationFormat>
  <Paragraphs>299</Paragraphs>
  <Slides>24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Montserrat</vt:lpstr>
      <vt:lpstr>Montserrat SemiBold</vt:lpstr>
      <vt:lpstr>Symbol</vt:lpstr>
      <vt:lpstr>Diseño personalizado</vt:lpstr>
      <vt:lpstr>Presentación de PowerPoint</vt:lpstr>
      <vt:lpstr>¿Quién soy?</vt:lpstr>
      <vt:lpstr>Presentación de PowerPoint</vt:lpstr>
      <vt:lpstr>Programa de hoy</vt:lpstr>
      <vt:lpstr>Presentación de PowerPoint</vt:lpstr>
      <vt:lpstr>Introducción a la Asignatura | Data roles ecosystem I</vt:lpstr>
      <vt:lpstr>Introducción a la Asignatura | Data roles ecosystem II</vt:lpstr>
      <vt:lpstr>Presentación de PowerPoint</vt:lpstr>
      <vt:lpstr>Databricks Fundamentales | Los 3 Pilares</vt:lpstr>
      <vt:lpstr>Databricks Fundamentales | Data Warehouse</vt:lpstr>
      <vt:lpstr>Databricks Fundamentales | Data Lake</vt:lpstr>
      <vt:lpstr>Databricks Fundamentales | Data Lakehouse</vt:lpstr>
      <vt:lpstr>Presentación de PowerPoint</vt:lpstr>
      <vt:lpstr>Presentación de PowerPoint</vt:lpstr>
      <vt:lpstr>Presentación de PowerPoint</vt:lpstr>
      <vt:lpstr>Presentación de PowerPoint</vt:lpstr>
      <vt:lpstr>Arquitectura UC | Objetos en UC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Javier Martínez Morales</cp:lastModifiedBy>
  <cp:revision>417</cp:revision>
  <cp:lastPrinted>2018-06-15T07:54:48Z</cp:lastPrinted>
  <dcterms:created xsi:type="dcterms:W3CDTF">2014-05-13T08:36:54Z</dcterms:created>
  <dcterms:modified xsi:type="dcterms:W3CDTF">2025-12-08T14:07:40Z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